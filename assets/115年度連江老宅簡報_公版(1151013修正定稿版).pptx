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3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0" r:id="rId31"/>
    <p:sldId id="291" r:id="rId32"/>
    <p:sldId id="292" r:id="rId33"/>
    <p:sldId id="293" r:id="rId34"/>
    <p:sldId id="294" r:id="rId35"/>
    <p:sldId id="295" r:id="rId36"/>
    <p:sldId id="286" r:id="rId37"/>
    <p:sldId id="287" r:id="rId38"/>
    <p:sldId id="288" r:id="rId39"/>
    <p:sldId id="289" r:id="rId40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EE712-5061-460C-8531-D087D7921036}" v="24" dt="2026-10-08T07:10:09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0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592" y="3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彥輝 李" userId="e3cbf46109976c6d" providerId="LiveId" clId="{0EAB56E6-9BA8-4CA0-A2E4-05BAAA314DB9}"/>
    <pc:docChg chg="undo redo custSel addSld delSld modSld sldOrd addMainMaster modMainMaster">
      <pc:chgData name="彥輝 李" userId="e3cbf46109976c6d" providerId="LiveId" clId="{0EAB56E6-9BA8-4CA0-A2E4-05BAAA314DB9}" dt="2026-10-05T03:38:19.140" v="2746" actId="20577"/>
      <pc:docMkLst>
        <pc:docMk/>
      </pc:docMkLst>
      <pc:sldChg chg="addSp delSp modSp new mod">
        <pc:chgData name="彥輝 李" userId="e3cbf46109976c6d" providerId="LiveId" clId="{0EAB56E6-9BA8-4CA0-A2E4-05BAAA314DB9}" dt="2026-10-04T22:35:43.175" v="498" actId="6549"/>
        <pc:sldMkLst>
          <pc:docMk/>
          <pc:sldMk cId="2166134544" sldId="256"/>
        </pc:sldMkLst>
        <pc:spChg chg="add mod">
          <ac:chgData name="彥輝 李" userId="e3cbf46109976c6d" providerId="LiveId" clId="{0EAB56E6-9BA8-4CA0-A2E4-05BAAA314DB9}" dt="2026-10-04T22:35:43.175" v="498" actId="6549"/>
          <ac:spMkLst>
            <pc:docMk/>
            <pc:sldMk cId="2166134544" sldId="256"/>
            <ac:spMk id="6" creationId="{7BF8FB27-F10E-AB12-F69A-9629283AA352}"/>
          </ac:spMkLst>
        </pc:spChg>
        <pc:picChg chg="add mod">
          <ac:chgData name="彥輝 李" userId="e3cbf46109976c6d" providerId="LiveId" clId="{0EAB56E6-9BA8-4CA0-A2E4-05BAAA314DB9}" dt="2026-10-04T22:34:19.251" v="447" actId="14100"/>
          <ac:picMkLst>
            <pc:docMk/>
            <pc:sldMk cId="2166134544" sldId="256"/>
            <ac:picMk id="8" creationId="{824D79E8-A05C-3AB1-A8F8-C4BC2D7DE78B}"/>
          </ac:picMkLst>
        </pc:picChg>
      </pc:sldChg>
      <pc:sldChg chg="addSp delSp modSp new mod ord modClrScheme chgLayout">
        <pc:chgData name="彥輝 李" userId="e3cbf46109976c6d" providerId="LiveId" clId="{0EAB56E6-9BA8-4CA0-A2E4-05BAAA314DB9}" dt="2026-10-05T03:16:45.503" v="2403" actId="1076"/>
        <pc:sldMkLst>
          <pc:docMk/>
          <pc:sldMk cId="3658155879" sldId="257"/>
        </pc:sldMkLst>
        <pc:spChg chg="add mod ord">
          <ac:chgData name="彥輝 李" userId="e3cbf46109976c6d" providerId="LiveId" clId="{0EAB56E6-9BA8-4CA0-A2E4-05BAAA314DB9}" dt="2026-10-05T00:40:51.464" v="1066" actId="20577"/>
          <ac:spMkLst>
            <pc:docMk/>
            <pc:sldMk cId="3658155879" sldId="257"/>
            <ac:spMk id="4" creationId="{AC8C45FB-6BAA-62AB-7ED9-3C3E52CE3967}"/>
          </ac:spMkLst>
        </pc:spChg>
        <pc:spChg chg="add mod ord">
          <ac:chgData name="彥輝 李" userId="e3cbf46109976c6d" providerId="LiveId" clId="{0EAB56E6-9BA8-4CA0-A2E4-05BAAA314DB9}" dt="2026-10-05T00:00:59.521" v="831" actId="2711"/>
          <ac:spMkLst>
            <pc:docMk/>
            <pc:sldMk cId="3658155879" sldId="257"/>
            <ac:spMk id="5" creationId="{BD2789E4-F0E8-294F-E634-357056426998}"/>
          </ac:spMkLst>
        </pc:spChg>
        <pc:picChg chg="add mod">
          <ac:chgData name="彥輝 李" userId="e3cbf46109976c6d" providerId="LiveId" clId="{0EAB56E6-9BA8-4CA0-A2E4-05BAAA314DB9}" dt="2026-10-05T03:16:45.503" v="2403" actId="1076"/>
          <ac:picMkLst>
            <pc:docMk/>
            <pc:sldMk cId="3658155879" sldId="257"/>
            <ac:picMk id="7" creationId="{A86C5779-FD04-5EFE-65FA-129C46D245A6}"/>
          </ac:picMkLst>
        </pc:picChg>
        <pc:picChg chg="add mod modCrop">
          <ac:chgData name="彥輝 李" userId="e3cbf46109976c6d" providerId="LiveId" clId="{0EAB56E6-9BA8-4CA0-A2E4-05BAAA314DB9}" dt="2026-10-05T03:16:45.503" v="2403" actId="1076"/>
          <ac:picMkLst>
            <pc:docMk/>
            <pc:sldMk cId="3658155879" sldId="257"/>
            <ac:picMk id="11" creationId="{CE775193-0BDA-A9B5-E92A-6EE14419F58F}"/>
          </ac:picMkLst>
        </pc:picChg>
      </pc:sldChg>
      <pc:sldChg chg="addSp delSp modSp new mod">
        <pc:chgData name="彥輝 李" userId="e3cbf46109976c6d" providerId="LiveId" clId="{0EAB56E6-9BA8-4CA0-A2E4-05BAAA314DB9}" dt="2026-10-04T22:36:51.381" v="503" actId="1440"/>
        <pc:sldMkLst>
          <pc:docMk/>
          <pc:sldMk cId="278831923" sldId="258"/>
        </pc:sldMkLst>
        <pc:spChg chg="add mod">
          <ac:chgData name="彥輝 李" userId="e3cbf46109976c6d" providerId="LiveId" clId="{0EAB56E6-9BA8-4CA0-A2E4-05BAAA314DB9}" dt="2026-10-04T22:35:37.971" v="497" actId="6549"/>
          <ac:spMkLst>
            <pc:docMk/>
            <pc:sldMk cId="278831923" sldId="258"/>
            <ac:spMk id="5" creationId="{C891F60D-1B8A-A031-9C60-2DA97C9117A6}"/>
          </ac:spMkLst>
        </pc:spChg>
        <pc:picChg chg="add mod">
          <ac:chgData name="彥輝 李" userId="e3cbf46109976c6d" providerId="LiveId" clId="{0EAB56E6-9BA8-4CA0-A2E4-05BAAA314DB9}" dt="2026-10-04T22:36:51.381" v="503" actId="1440"/>
          <ac:picMkLst>
            <pc:docMk/>
            <pc:sldMk cId="278831923" sldId="258"/>
            <ac:picMk id="7" creationId="{CB4EF9E5-D3C2-6235-A811-CEDA49AD79BB}"/>
          </ac:picMkLst>
        </pc:picChg>
      </pc:sldChg>
      <pc:sldChg chg="addSp delSp modSp new mod">
        <pc:chgData name="彥輝 李" userId="e3cbf46109976c6d" providerId="LiveId" clId="{0EAB56E6-9BA8-4CA0-A2E4-05BAAA314DB9}" dt="2026-10-04T22:44:37.275" v="638" actId="1076"/>
        <pc:sldMkLst>
          <pc:docMk/>
          <pc:sldMk cId="234169027" sldId="259"/>
        </pc:sldMkLst>
        <pc:spChg chg="add mod">
          <ac:chgData name="彥輝 李" userId="e3cbf46109976c6d" providerId="LiveId" clId="{0EAB56E6-9BA8-4CA0-A2E4-05BAAA314DB9}" dt="2026-10-04T22:43:56.269" v="632" actId="20577"/>
          <ac:spMkLst>
            <pc:docMk/>
            <pc:sldMk cId="234169027" sldId="259"/>
            <ac:spMk id="5" creationId="{010CA595-6B10-F6FB-0263-4B672604D615}"/>
          </ac:spMkLst>
        </pc:spChg>
        <pc:picChg chg="add mod">
          <ac:chgData name="彥輝 李" userId="e3cbf46109976c6d" providerId="LiveId" clId="{0EAB56E6-9BA8-4CA0-A2E4-05BAAA314DB9}" dt="2026-10-04T22:44:37.275" v="638" actId="1076"/>
          <ac:picMkLst>
            <pc:docMk/>
            <pc:sldMk cId="234169027" sldId="259"/>
            <ac:picMk id="7" creationId="{D9CCB003-D47D-8DEA-A1D8-8E8BC30352B8}"/>
          </ac:picMkLst>
        </pc:picChg>
      </pc:sldChg>
      <pc:sldChg chg="addSp delSp modSp new mod">
        <pc:chgData name="彥輝 李" userId="e3cbf46109976c6d" providerId="LiveId" clId="{0EAB56E6-9BA8-4CA0-A2E4-05BAAA314DB9}" dt="2026-10-04T22:47:06.375" v="656" actId="22"/>
        <pc:sldMkLst>
          <pc:docMk/>
          <pc:sldMk cId="2949767831" sldId="260"/>
        </pc:sldMkLst>
        <pc:spChg chg="add mod">
          <ac:chgData name="彥輝 李" userId="e3cbf46109976c6d" providerId="LiveId" clId="{0EAB56E6-9BA8-4CA0-A2E4-05BAAA314DB9}" dt="2026-10-04T22:46:53.343" v="655" actId="1038"/>
          <ac:spMkLst>
            <pc:docMk/>
            <pc:sldMk cId="2949767831" sldId="260"/>
            <ac:spMk id="6" creationId="{7FBC2A83-2979-CE5E-F437-129CDB199399}"/>
          </ac:spMkLst>
        </pc:spChg>
        <pc:spChg chg="add">
          <ac:chgData name="彥輝 李" userId="e3cbf46109976c6d" providerId="LiveId" clId="{0EAB56E6-9BA8-4CA0-A2E4-05BAAA314DB9}" dt="2026-10-04T22:47:06.375" v="656" actId="22"/>
          <ac:spMkLst>
            <pc:docMk/>
            <pc:sldMk cId="2949767831" sldId="260"/>
            <ac:spMk id="8" creationId="{1A1DE8A8-8DF8-C891-3BC3-A0915EABB46A}"/>
          </ac:spMkLst>
        </pc:spChg>
        <pc:picChg chg="add mod">
          <ac:chgData name="彥輝 李" userId="e3cbf46109976c6d" providerId="LiveId" clId="{0EAB56E6-9BA8-4CA0-A2E4-05BAAA314DB9}" dt="2026-10-04T22:46:53.343" v="655" actId="1038"/>
          <ac:picMkLst>
            <pc:docMk/>
            <pc:sldMk cId="2949767831" sldId="260"/>
            <ac:picMk id="5" creationId="{20C40D94-2B53-E212-ED1A-92ED42EB2E5F}"/>
          </ac:picMkLst>
        </pc:picChg>
      </pc:sldChg>
      <pc:sldChg chg="addSp delSp modSp new mod">
        <pc:chgData name="彥輝 李" userId="e3cbf46109976c6d" providerId="LiveId" clId="{0EAB56E6-9BA8-4CA0-A2E4-05BAAA314DB9}" dt="2026-10-04T22:52:34.872" v="701" actId="1076"/>
        <pc:sldMkLst>
          <pc:docMk/>
          <pc:sldMk cId="282577822" sldId="261"/>
        </pc:sldMkLst>
        <pc:spChg chg="add mod">
          <ac:chgData name="彥輝 李" userId="e3cbf46109976c6d" providerId="LiveId" clId="{0EAB56E6-9BA8-4CA0-A2E4-05BAAA314DB9}" dt="2026-10-04T22:49:21.845" v="680" actId="20577"/>
          <ac:spMkLst>
            <pc:docMk/>
            <pc:sldMk cId="282577822" sldId="261"/>
            <ac:spMk id="5" creationId="{926A0E21-9B43-011A-EAA1-321E5E52C478}"/>
          </ac:spMkLst>
        </pc:spChg>
        <pc:picChg chg="add mod">
          <ac:chgData name="彥輝 李" userId="e3cbf46109976c6d" providerId="LiveId" clId="{0EAB56E6-9BA8-4CA0-A2E4-05BAAA314DB9}" dt="2026-10-04T22:52:34.872" v="701" actId="1076"/>
          <ac:picMkLst>
            <pc:docMk/>
            <pc:sldMk cId="282577822" sldId="261"/>
            <ac:picMk id="9" creationId="{83CFFBA3-C1C1-3034-D713-5067D76C9DBF}"/>
          </ac:picMkLst>
        </pc:picChg>
      </pc:sldChg>
      <pc:sldChg chg="addSp delSp modSp new mod">
        <pc:chgData name="彥輝 李" userId="e3cbf46109976c6d" providerId="LiveId" clId="{0EAB56E6-9BA8-4CA0-A2E4-05BAAA314DB9}" dt="2026-10-04T23:54:27.154" v="787" actId="164"/>
        <pc:sldMkLst>
          <pc:docMk/>
          <pc:sldMk cId="477240304" sldId="262"/>
        </pc:sldMkLst>
        <pc:spChg chg="add mod">
          <ac:chgData name="彥輝 李" userId="e3cbf46109976c6d" providerId="LiveId" clId="{0EAB56E6-9BA8-4CA0-A2E4-05BAAA314DB9}" dt="2026-10-04T23:43:32.612" v="730" actId="20577"/>
          <ac:spMkLst>
            <pc:docMk/>
            <pc:sldMk cId="477240304" sldId="262"/>
            <ac:spMk id="5" creationId="{1E19E2A1-C666-A68C-FE8D-337EDA9F03E2}"/>
          </ac:spMkLst>
        </pc:spChg>
        <pc:spChg chg="add mod">
          <ac:chgData name="彥輝 李" userId="e3cbf46109976c6d" providerId="LiveId" clId="{0EAB56E6-9BA8-4CA0-A2E4-05BAAA314DB9}" dt="2026-10-04T23:54:27.154" v="787" actId="164"/>
          <ac:spMkLst>
            <pc:docMk/>
            <pc:sldMk cId="477240304" sldId="262"/>
            <ac:spMk id="10" creationId="{A2721177-6BF9-ACA4-B1D7-8FE2AF19CA59}"/>
          </ac:spMkLst>
        </pc:spChg>
        <pc:spChg chg="add mod">
          <ac:chgData name="彥輝 李" userId="e3cbf46109976c6d" providerId="LiveId" clId="{0EAB56E6-9BA8-4CA0-A2E4-05BAAA314DB9}" dt="2026-10-04T23:54:27.154" v="787" actId="164"/>
          <ac:spMkLst>
            <pc:docMk/>
            <pc:sldMk cId="477240304" sldId="262"/>
            <ac:spMk id="11" creationId="{6BB19B95-0F17-2334-68E5-D337914EDEC5}"/>
          </ac:spMkLst>
        </pc:spChg>
        <pc:spChg chg="add mod">
          <ac:chgData name="彥輝 李" userId="e3cbf46109976c6d" providerId="LiveId" clId="{0EAB56E6-9BA8-4CA0-A2E4-05BAAA314DB9}" dt="2026-10-04T23:54:27.154" v="787" actId="164"/>
          <ac:spMkLst>
            <pc:docMk/>
            <pc:sldMk cId="477240304" sldId="262"/>
            <ac:spMk id="12" creationId="{98CE8347-AC81-2E04-2977-7FD9DAAAB83E}"/>
          </ac:spMkLst>
        </pc:spChg>
        <pc:grpChg chg="add mod">
          <ac:chgData name="彥輝 李" userId="e3cbf46109976c6d" providerId="LiveId" clId="{0EAB56E6-9BA8-4CA0-A2E4-05BAAA314DB9}" dt="2026-10-04T23:54:27.154" v="787" actId="164"/>
          <ac:grpSpMkLst>
            <pc:docMk/>
            <pc:sldMk cId="477240304" sldId="262"/>
            <ac:grpSpMk id="13" creationId="{CCAD6C91-709B-FE01-242E-957415E47F1D}"/>
          </ac:grpSpMkLst>
        </pc:grpChg>
        <pc:picChg chg="add mod modCrop">
          <ac:chgData name="彥輝 李" userId="e3cbf46109976c6d" providerId="LiveId" clId="{0EAB56E6-9BA8-4CA0-A2E4-05BAAA314DB9}" dt="2026-10-04T23:54:27.154" v="787" actId="164"/>
          <ac:picMkLst>
            <pc:docMk/>
            <pc:sldMk cId="477240304" sldId="262"/>
            <ac:picMk id="8" creationId="{2EB1B065-326B-0C85-266C-45A4EDD4E633}"/>
          </ac:picMkLst>
        </pc:picChg>
      </pc:sldChg>
      <pc:sldChg chg="addSp delSp modSp new mod">
        <pc:chgData name="彥輝 李" userId="e3cbf46109976c6d" providerId="LiveId" clId="{0EAB56E6-9BA8-4CA0-A2E4-05BAAA314DB9}" dt="2026-10-04T23:56:32.060" v="796" actId="14100"/>
        <pc:sldMkLst>
          <pc:docMk/>
          <pc:sldMk cId="3131477808" sldId="263"/>
        </pc:sldMkLst>
        <pc:spChg chg="add">
          <ac:chgData name="彥輝 李" userId="e3cbf46109976c6d" providerId="LiveId" clId="{0EAB56E6-9BA8-4CA0-A2E4-05BAAA314DB9}" dt="2026-10-04T23:55:38.241" v="791" actId="22"/>
          <ac:spMkLst>
            <pc:docMk/>
            <pc:sldMk cId="3131477808" sldId="263"/>
            <ac:spMk id="5" creationId="{1F81E6E7-2A01-8A1B-2D90-FB2B5AA73809}"/>
          </ac:spMkLst>
        </pc:spChg>
        <pc:spChg chg="add mod">
          <ac:chgData name="彥輝 李" userId="e3cbf46109976c6d" providerId="LiveId" clId="{0EAB56E6-9BA8-4CA0-A2E4-05BAAA314DB9}" dt="2026-10-04T23:56:32.060" v="796" actId="14100"/>
          <ac:spMkLst>
            <pc:docMk/>
            <pc:sldMk cId="3131477808" sldId="263"/>
            <ac:spMk id="9" creationId="{4B5217E3-8118-07D0-B4A2-0A17BA483CC3}"/>
          </ac:spMkLst>
        </pc:spChg>
        <pc:picChg chg="add mod">
          <ac:chgData name="彥輝 李" userId="e3cbf46109976c6d" providerId="LiveId" clId="{0EAB56E6-9BA8-4CA0-A2E4-05BAAA314DB9}" dt="2026-10-04T23:56:11.045" v="793" actId="1076"/>
          <ac:picMkLst>
            <pc:docMk/>
            <pc:sldMk cId="3131477808" sldId="263"/>
            <ac:picMk id="7" creationId="{6DDD2781-7DDB-FB36-6B78-9A899C7306EE}"/>
          </ac:picMkLst>
        </pc:picChg>
      </pc:sldChg>
      <pc:sldChg chg="addSp delSp modSp new mod">
        <pc:chgData name="彥輝 李" userId="e3cbf46109976c6d" providerId="LiveId" clId="{0EAB56E6-9BA8-4CA0-A2E4-05BAAA314DB9}" dt="2026-10-05T00:00:38.187" v="825" actId="21"/>
        <pc:sldMkLst>
          <pc:docMk/>
          <pc:sldMk cId="250696725" sldId="264"/>
        </pc:sldMkLst>
        <pc:spChg chg="add">
          <ac:chgData name="彥輝 李" userId="e3cbf46109976c6d" providerId="LiveId" clId="{0EAB56E6-9BA8-4CA0-A2E4-05BAAA314DB9}" dt="2026-10-04T23:56:48.846" v="800" actId="22"/>
          <ac:spMkLst>
            <pc:docMk/>
            <pc:sldMk cId="250696725" sldId="264"/>
            <ac:spMk id="5" creationId="{0AC786F6-F40A-5F19-3153-D911D8BE25DC}"/>
          </ac:spMkLst>
        </pc:spChg>
        <pc:spChg chg="add mod">
          <ac:chgData name="彥輝 李" userId="e3cbf46109976c6d" providerId="LiveId" clId="{0EAB56E6-9BA8-4CA0-A2E4-05BAAA314DB9}" dt="2026-10-04T23:57:40.033" v="806" actId="14100"/>
          <ac:spMkLst>
            <pc:docMk/>
            <pc:sldMk cId="250696725" sldId="264"/>
            <ac:spMk id="9" creationId="{B5F575D0-B126-1D89-7E04-44F74EAE6AC6}"/>
          </ac:spMkLst>
        </pc:spChg>
        <pc:picChg chg="add mod">
          <ac:chgData name="彥輝 李" userId="e3cbf46109976c6d" providerId="LiveId" clId="{0EAB56E6-9BA8-4CA0-A2E4-05BAAA314DB9}" dt="2026-10-04T23:57:28.171" v="803" actId="1035"/>
          <ac:picMkLst>
            <pc:docMk/>
            <pc:sldMk cId="250696725" sldId="264"/>
            <ac:picMk id="7" creationId="{7481622A-43BC-772C-BA1D-B0D45CA8AD3B}"/>
          </ac:picMkLst>
        </pc:picChg>
      </pc:sldChg>
      <pc:sldChg chg="addSp delSp modSp new mod">
        <pc:chgData name="彥輝 李" userId="e3cbf46109976c6d" providerId="LiveId" clId="{0EAB56E6-9BA8-4CA0-A2E4-05BAAA314DB9}" dt="2026-10-05T00:03:00.605" v="849" actId="1076"/>
        <pc:sldMkLst>
          <pc:docMk/>
          <pc:sldMk cId="278036701" sldId="265"/>
        </pc:sldMkLst>
        <pc:spChg chg="add">
          <ac:chgData name="彥輝 李" userId="e3cbf46109976c6d" providerId="LiveId" clId="{0EAB56E6-9BA8-4CA0-A2E4-05BAAA314DB9}" dt="2026-10-04T23:59:02.518" v="812" actId="22"/>
          <ac:spMkLst>
            <pc:docMk/>
            <pc:sldMk cId="278036701" sldId="265"/>
            <ac:spMk id="7" creationId="{39C65F8A-E446-2773-AF29-EB96C85C95CE}"/>
          </ac:spMkLst>
        </pc:spChg>
        <pc:spChg chg="add mod">
          <ac:chgData name="彥輝 李" userId="e3cbf46109976c6d" providerId="LiveId" clId="{0EAB56E6-9BA8-4CA0-A2E4-05BAAA314DB9}" dt="2026-10-05T00:02:17.120" v="844" actId="1076"/>
          <ac:spMkLst>
            <pc:docMk/>
            <pc:sldMk cId="278036701" sldId="265"/>
            <ac:spMk id="11" creationId="{FE1178BC-B2F8-9D82-4C86-59B3D4E5EA06}"/>
          </ac:spMkLst>
        </pc:spChg>
        <pc:picChg chg="add mod">
          <ac:chgData name="彥輝 李" userId="e3cbf46109976c6d" providerId="LiveId" clId="{0EAB56E6-9BA8-4CA0-A2E4-05BAAA314DB9}" dt="2026-10-04T23:58:55.903" v="811" actId="1076"/>
          <ac:picMkLst>
            <pc:docMk/>
            <pc:sldMk cId="278036701" sldId="265"/>
            <ac:picMk id="5" creationId="{F082EBFC-121B-99FC-E96B-D58794379263}"/>
          </ac:picMkLst>
        </pc:picChg>
        <pc:picChg chg="add mod">
          <ac:chgData name="彥輝 李" userId="e3cbf46109976c6d" providerId="LiveId" clId="{0EAB56E6-9BA8-4CA0-A2E4-05BAAA314DB9}" dt="2026-10-04T23:59:35.953" v="814" actId="1076"/>
          <ac:picMkLst>
            <pc:docMk/>
            <pc:sldMk cId="278036701" sldId="265"/>
            <ac:picMk id="9" creationId="{7CC32F7D-8D63-BB0A-C9D9-D93D3F397CC5}"/>
          </ac:picMkLst>
        </pc:picChg>
        <pc:picChg chg="add mod">
          <ac:chgData name="彥輝 李" userId="e3cbf46109976c6d" providerId="LiveId" clId="{0EAB56E6-9BA8-4CA0-A2E4-05BAAA314DB9}" dt="2026-10-05T00:03:00.605" v="849" actId="1076"/>
          <ac:picMkLst>
            <pc:docMk/>
            <pc:sldMk cId="278036701" sldId="265"/>
            <ac:picMk id="13" creationId="{EA87957C-B25A-FB32-22DA-29E12DD388D8}"/>
          </ac:picMkLst>
        </pc:picChg>
      </pc:sldChg>
      <pc:sldChg chg="addSp delSp modSp new mod">
        <pc:chgData name="彥輝 李" userId="e3cbf46109976c6d" providerId="LiveId" clId="{0EAB56E6-9BA8-4CA0-A2E4-05BAAA314DB9}" dt="2026-10-05T00:04:57.135" v="884" actId="1038"/>
        <pc:sldMkLst>
          <pc:docMk/>
          <pc:sldMk cId="2882812274" sldId="266"/>
        </pc:sldMkLst>
        <pc:spChg chg="add mod">
          <ac:chgData name="彥輝 李" userId="e3cbf46109976c6d" providerId="LiveId" clId="{0EAB56E6-9BA8-4CA0-A2E4-05BAAA314DB9}" dt="2026-10-05T00:04:57.135" v="884" actId="1038"/>
          <ac:spMkLst>
            <pc:docMk/>
            <pc:sldMk cId="2882812274" sldId="266"/>
            <ac:spMk id="7" creationId="{A9A25304-48F0-57A7-108E-D87AB4AFFC41}"/>
          </ac:spMkLst>
        </pc:spChg>
        <pc:spChg chg="add">
          <ac:chgData name="彥輝 李" userId="e3cbf46109976c6d" providerId="LiveId" clId="{0EAB56E6-9BA8-4CA0-A2E4-05BAAA314DB9}" dt="2026-10-05T00:04:41.931" v="874" actId="22"/>
          <ac:spMkLst>
            <pc:docMk/>
            <pc:sldMk cId="2882812274" sldId="266"/>
            <ac:spMk id="9" creationId="{B9647C84-3E26-967C-3009-A23594A9DED5}"/>
          </ac:spMkLst>
        </pc:spChg>
        <pc:picChg chg="add mod">
          <ac:chgData name="彥輝 李" userId="e3cbf46109976c6d" providerId="LiveId" clId="{0EAB56E6-9BA8-4CA0-A2E4-05BAAA314DB9}" dt="2026-10-05T00:04:57.135" v="884" actId="1038"/>
          <ac:picMkLst>
            <pc:docMk/>
            <pc:sldMk cId="2882812274" sldId="266"/>
            <ac:picMk id="5" creationId="{210874BF-FA4D-7B03-F02A-DF4C2DA48CAD}"/>
          </ac:picMkLst>
        </pc:picChg>
      </pc:sldChg>
      <pc:sldChg chg="addSp delSp modSp new mod">
        <pc:chgData name="彥輝 李" userId="e3cbf46109976c6d" providerId="LiveId" clId="{0EAB56E6-9BA8-4CA0-A2E4-05BAAA314DB9}" dt="2026-10-05T00:44:43.641" v="1082" actId="1076"/>
        <pc:sldMkLst>
          <pc:docMk/>
          <pc:sldMk cId="4169786026" sldId="267"/>
        </pc:sldMkLst>
        <pc:spChg chg="add">
          <ac:chgData name="彥輝 李" userId="e3cbf46109976c6d" providerId="LiveId" clId="{0EAB56E6-9BA8-4CA0-A2E4-05BAAA314DB9}" dt="2026-10-05T00:12:56.906" v="932" actId="22"/>
          <ac:spMkLst>
            <pc:docMk/>
            <pc:sldMk cId="4169786026" sldId="267"/>
            <ac:spMk id="7" creationId="{61668687-FAD4-A0D5-0034-24A00520E5EE}"/>
          </ac:spMkLst>
        </pc:spChg>
        <pc:picChg chg="add del mod">
          <ac:chgData name="彥輝 李" userId="e3cbf46109976c6d" providerId="LiveId" clId="{0EAB56E6-9BA8-4CA0-A2E4-05BAAA314DB9}" dt="2026-10-05T00:44:43.641" v="1082" actId="1076"/>
          <ac:picMkLst>
            <pc:docMk/>
            <pc:sldMk cId="4169786026" sldId="267"/>
            <ac:picMk id="9" creationId="{4E18DFC9-0496-2E8C-C280-64666EA50F84}"/>
          </ac:picMkLst>
        </pc:picChg>
      </pc:sldChg>
      <pc:sldChg chg="addSp delSp modSp add mod">
        <pc:chgData name="彥輝 李" userId="e3cbf46109976c6d" providerId="LiveId" clId="{0EAB56E6-9BA8-4CA0-A2E4-05BAAA314DB9}" dt="2026-10-05T00:16:52.723" v="939" actId="1076"/>
        <pc:sldMkLst>
          <pc:docMk/>
          <pc:sldMk cId="841804522" sldId="268"/>
        </pc:sldMkLst>
        <pc:picChg chg="add mod">
          <ac:chgData name="彥輝 李" userId="e3cbf46109976c6d" providerId="LiveId" clId="{0EAB56E6-9BA8-4CA0-A2E4-05BAAA314DB9}" dt="2026-10-05T00:16:52.723" v="939" actId="1076"/>
          <ac:picMkLst>
            <pc:docMk/>
            <pc:sldMk cId="841804522" sldId="268"/>
            <ac:picMk id="3" creationId="{8A6106F4-844D-E82D-0D5E-FE6764104963}"/>
          </ac:picMkLst>
        </pc:picChg>
      </pc:sldChg>
      <pc:sldChg chg="addSp delSp modSp new mod">
        <pc:chgData name="彥輝 李" userId="e3cbf46109976c6d" providerId="LiveId" clId="{0EAB56E6-9BA8-4CA0-A2E4-05BAAA314DB9}" dt="2026-10-05T00:19:07.056" v="947" actId="1076"/>
        <pc:sldMkLst>
          <pc:docMk/>
          <pc:sldMk cId="127618667" sldId="269"/>
        </pc:sldMkLst>
        <pc:spChg chg="add">
          <ac:chgData name="彥輝 李" userId="e3cbf46109976c6d" providerId="LiveId" clId="{0EAB56E6-9BA8-4CA0-A2E4-05BAAA314DB9}" dt="2026-10-05T00:18:54.164" v="945" actId="22"/>
          <ac:spMkLst>
            <pc:docMk/>
            <pc:sldMk cId="127618667" sldId="269"/>
            <ac:spMk id="7" creationId="{0058477B-D86D-5FAA-1BE2-E4FD142A4448}"/>
          </ac:spMkLst>
        </pc:spChg>
        <pc:spChg chg="add mod">
          <ac:chgData name="彥輝 李" userId="e3cbf46109976c6d" providerId="LiveId" clId="{0EAB56E6-9BA8-4CA0-A2E4-05BAAA314DB9}" dt="2026-10-05T00:19:07.056" v="947" actId="1076"/>
          <ac:spMkLst>
            <pc:docMk/>
            <pc:sldMk cId="127618667" sldId="269"/>
            <ac:spMk id="9" creationId="{B6C0A603-18DC-6FFB-618F-27AC5193CEF7}"/>
          </ac:spMkLst>
        </pc:spChg>
        <pc:picChg chg="add mod">
          <ac:chgData name="彥輝 李" userId="e3cbf46109976c6d" providerId="LiveId" clId="{0EAB56E6-9BA8-4CA0-A2E4-05BAAA314DB9}" dt="2026-10-05T00:18:48.186" v="944" actId="1076"/>
          <ac:picMkLst>
            <pc:docMk/>
            <pc:sldMk cId="127618667" sldId="269"/>
            <ac:picMk id="5" creationId="{C5A059BB-F82A-7811-5473-9B7D8909FE02}"/>
          </ac:picMkLst>
        </pc:picChg>
      </pc:sldChg>
      <pc:sldChg chg="addSp delSp modSp add mod">
        <pc:chgData name="彥輝 李" userId="e3cbf46109976c6d" providerId="LiveId" clId="{0EAB56E6-9BA8-4CA0-A2E4-05BAAA314DB9}" dt="2026-10-05T00:21:24.725" v="962" actId="14100"/>
        <pc:sldMkLst>
          <pc:docMk/>
          <pc:sldMk cId="4039853" sldId="270"/>
        </pc:sldMkLst>
        <pc:spChg chg="add mod">
          <ac:chgData name="彥輝 李" userId="e3cbf46109976c6d" providerId="LiveId" clId="{0EAB56E6-9BA8-4CA0-A2E4-05BAAA314DB9}" dt="2026-10-05T00:21:24.725" v="962" actId="14100"/>
          <ac:spMkLst>
            <pc:docMk/>
            <pc:sldMk cId="4039853" sldId="270"/>
            <ac:spMk id="6" creationId="{87F11B97-7E23-0F3C-1446-E06F3B8776BC}"/>
          </ac:spMkLst>
        </pc:spChg>
        <pc:spChg chg="mod">
          <ac:chgData name="彥輝 李" userId="e3cbf46109976c6d" providerId="LiveId" clId="{0EAB56E6-9BA8-4CA0-A2E4-05BAAA314DB9}" dt="2026-10-05T00:20:31.170" v="956" actId="404"/>
          <ac:spMkLst>
            <pc:docMk/>
            <pc:sldMk cId="4039853" sldId="270"/>
            <ac:spMk id="7" creationId="{D411BF32-1CFA-B8D6-381B-CDD0303D75E0}"/>
          </ac:spMkLst>
        </pc:spChg>
        <pc:picChg chg="add mod">
          <ac:chgData name="彥輝 李" userId="e3cbf46109976c6d" providerId="LiveId" clId="{0EAB56E6-9BA8-4CA0-A2E4-05BAAA314DB9}" dt="2026-10-05T00:21:11.292" v="959" actId="1076"/>
          <ac:picMkLst>
            <pc:docMk/>
            <pc:sldMk cId="4039853" sldId="270"/>
            <ac:picMk id="3" creationId="{966720AF-CE0D-AEEC-FC2E-7AEC5115EDD7}"/>
          </ac:picMkLst>
        </pc:picChg>
      </pc:sldChg>
      <pc:sldChg chg="addSp delSp modSp add mod">
        <pc:chgData name="彥輝 李" userId="e3cbf46109976c6d" providerId="LiveId" clId="{0EAB56E6-9BA8-4CA0-A2E4-05BAAA314DB9}" dt="2026-10-05T00:22:22.418" v="978" actId="478"/>
        <pc:sldMkLst>
          <pc:docMk/>
          <pc:sldMk cId="2529119300" sldId="271"/>
        </pc:sldMkLst>
        <pc:picChg chg="add mod modCrop">
          <ac:chgData name="彥輝 李" userId="e3cbf46109976c6d" providerId="LiveId" clId="{0EAB56E6-9BA8-4CA0-A2E4-05BAAA314DB9}" dt="2026-10-05T00:22:12.741" v="977" actId="1076"/>
          <ac:picMkLst>
            <pc:docMk/>
            <pc:sldMk cId="2529119300" sldId="271"/>
            <ac:picMk id="4" creationId="{DB06CD34-990F-1A75-8D0C-1F90D6B0D551}"/>
          </ac:picMkLst>
        </pc:picChg>
      </pc:sldChg>
      <pc:sldChg chg="addSp delSp modSp new mod">
        <pc:chgData name="彥輝 李" userId="e3cbf46109976c6d" providerId="LiveId" clId="{0EAB56E6-9BA8-4CA0-A2E4-05BAAA314DB9}" dt="2026-10-05T00:38:46.073" v="1019" actId="20577"/>
        <pc:sldMkLst>
          <pc:docMk/>
          <pc:sldMk cId="298518917" sldId="272"/>
        </pc:sldMkLst>
        <pc:spChg chg="add mod">
          <ac:chgData name="彥輝 李" userId="e3cbf46109976c6d" providerId="LiveId" clId="{0EAB56E6-9BA8-4CA0-A2E4-05BAAA314DB9}" dt="2026-10-05T00:38:46.073" v="1019" actId="20577"/>
          <ac:spMkLst>
            <pc:docMk/>
            <pc:sldMk cId="298518917" sldId="272"/>
            <ac:spMk id="5" creationId="{FC909013-5BE6-A8E4-9617-887D8C07DA48}"/>
          </ac:spMkLst>
        </pc:spChg>
        <pc:picChg chg="add mod">
          <ac:chgData name="彥輝 李" userId="e3cbf46109976c6d" providerId="LiveId" clId="{0EAB56E6-9BA8-4CA0-A2E4-05BAAA314DB9}" dt="2026-10-05T00:38:30.626" v="1000" actId="1076"/>
          <ac:picMkLst>
            <pc:docMk/>
            <pc:sldMk cId="298518917" sldId="272"/>
            <ac:picMk id="7" creationId="{0D351A2B-FED8-0E99-1813-D751ED3B904C}"/>
          </ac:picMkLst>
        </pc:picChg>
      </pc:sldChg>
      <pc:sldChg chg="addSp delSp modSp add mod">
        <pc:chgData name="彥輝 李" userId="e3cbf46109976c6d" providerId="LiveId" clId="{0EAB56E6-9BA8-4CA0-A2E4-05BAAA314DB9}" dt="2026-10-05T00:39:22.412" v="1024" actId="1076"/>
        <pc:sldMkLst>
          <pc:docMk/>
          <pc:sldMk cId="2941386132" sldId="273"/>
        </pc:sldMkLst>
        <pc:picChg chg="add mod">
          <ac:chgData name="彥輝 李" userId="e3cbf46109976c6d" providerId="LiveId" clId="{0EAB56E6-9BA8-4CA0-A2E4-05BAAA314DB9}" dt="2026-10-05T00:39:22.412" v="1024" actId="1076"/>
          <ac:picMkLst>
            <pc:docMk/>
            <pc:sldMk cId="2941386132" sldId="273"/>
            <ac:picMk id="3" creationId="{E40430EB-3309-EDAB-6768-0023FD4F37C6}"/>
          </ac:picMkLst>
        </pc:picChg>
      </pc:sldChg>
      <pc:sldChg chg="addSp delSp modSp add mod">
        <pc:chgData name="彥輝 李" userId="e3cbf46109976c6d" providerId="LiveId" clId="{0EAB56E6-9BA8-4CA0-A2E4-05BAAA314DB9}" dt="2026-10-05T03:25:55.971" v="2582" actId="1076"/>
        <pc:sldMkLst>
          <pc:docMk/>
          <pc:sldMk cId="263970320" sldId="274"/>
        </pc:sldMkLst>
        <pc:spChg chg="mod">
          <ac:chgData name="彥輝 李" userId="e3cbf46109976c6d" providerId="LiveId" clId="{0EAB56E6-9BA8-4CA0-A2E4-05BAAA314DB9}" dt="2026-10-05T00:45:51.865" v="1122" actId="20577"/>
          <ac:spMkLst>
            <pc:docMk/>
            <pc:sldMk cId="263970320" sldId="274"/>
            <ac:spMk id="5" creationId="{5C3E0029-6901-2639-9CB0-8A3A9842B7B9}"/>
          </ac:spMkLst>
        </pc:spChg>
        <pc:spChg chg="add mod">
          <ac:chgData name="彥輝 李" userId="e3cbf46109976c6d" providerId="LiveId" clId="{0EAB56E6-9BA8-4CA0-A2E4-05BAAA314DB9}" dt="2026-10-05T03:25:05.294" v="2560" actId="14100"/>
          <ac:spMkLst>
            <pc:docMk/>
            <pc:sldMk cId="263970320" sldId="274"/>
            <ac:spMk id="7" creationId="{E51C68B4-D1E1-622C-0B67-D58F165E2F18}"/>
          </ac:spMkLst>
        </pc:spChg>
        <pc:spChg chg="add mod">
          <ac:chgData name="彥輝 李" userId="e3cbf46109976c6d" providerId="LiveId" clId="{0EAB56E6-9BA8-4CA0-A2E4-05BAAA314DB9}" dt="2026-10-05T03:25:55.971" v="2582" actId="1076"/>
          <ac:spMkLst>
            <pc:docMk/>
            <pc:sldMk cId="263970320" sldId="274"/>
            <ac:spMk id="16" creationId="{1FEDF2C2-9ADC-CBE0-5748-5B91307F5B9C}"/>
          </ac:spMkLst>
        </pc:spChg>
        <pc:picChg chg="add mod modCrop">
          <ac:chgData name="彥輝 李" userId="e3cbf46109976c6d" providerId="LiveId" clId="{0EAB56E6-9BA8-4CA0-A2E4-05BAAA314DB9}" dt="2026-10-05T00:46:49.694" v="1124" actId="732"/>
          <ac:picMkLst>
            <pc:docMk/>
            <pc:sldMk cId="263970320" sldId="274"/>
            <ac:picMk id="4" creationId="{40938965-3DF9-4208-948D-5C09CF930F50}"/>
          </ac:picMkLst>
        </pc:picChg>
        <pc:picChg chg="add mod">
          <ac:chgData name="彥輝 李" userId="e3cbf46109976c6d" providerId="LiveId" clId="{0EAB56E6-9BA8-4CA0-A2E4-05BAAA314DB9}" dt="2026-10-05T00:50:06.074" v="1154" actId="1076"/>
          <ac:picMkLst>
            <pc:docMk/>
            <pc:sldMk cId="263970320" sldId="274"/>
            <ac:picMk id="11" creationId="{AA9CA113-996E-6BCD-C185-EF51DD1B9011}"/>
          </ac:picMkLst>
        </pc:picChg>
        <pc:picChg chg="add mod">
          <ac:chgData name="彥輝 李" userId="e3cbf46109976c6d" providerId="LiveId" clId="{0EAB56E6-9BA8-4CA0-A2E4-05BAAA314DB9}" dt="2026-10-05T03:23:54.803" v="2546" actId="931"/>
          <ac:picMkLst>
            <pc:docMk/>
            <pc:sldMk cId="263970320" sldId="274"/>
            <ac:picMk id="13" creationId="{FE61F9D9-E452-21CE-86FF-3BED52C58AE9}"/>
          </ac:picMkLst>
        </pc:picChg>
        <pc:picChg chg="add mod">
          <ac:chgData name="彥輝 李" userId="e3cbf46109976c6d" providerId="LiveId" clId="{0EAB56E6-9BA8-4CA0-A2E4-05BAAA314DB9}" dt="2026-10-05T03:25:55.971" v="2582" actId="1076"/>
          <ac:picMkLst>
            <pc:docMk/>
            <pc:sldMk cId="263970320" sldId="274"/>
            <ac:picMk id="15" creationId="{0BBC6943-B822-9257-E717-AF8626E15FBA}"/>
          </ac:picMkLst>
        </pc:picChg>
      </pc:sldChg>
      <pc:sldChg chg="addSp delSp modSp add mod">
        <pc:chgData name="彥輝 李" userId="e3cbf46109976c6d" providerId="LiveId" clId="{0EAB56E6-9BA8-4CA0-A2E4-05BAAA314DB9}" dt="2026-10-05T01:33:07.637" v="1494" actId="478"/>
        <pc:sldMkLst>
          <pc:docMk/>
          <pc:sldMk cId="779307347" sldId="275"/>
        </pc:sldMkLst>
        <pc:spChg chg="mod">
          <ac:chgData name="彥輝 李" userId="e3cbf46109976c6d" providerId="LiveId" clId="{0EAB56E6-9BA8-4CA0-A2E4-05BAAA314DB9}" dt="2026-10-05T00:53:24.914" v="1171" actId="404"/>
          <ac:spMkLst>
            <pc:docMk/>
            <pc:sldMk cId="779307347" sldId="275"/>
            <ac:spMk id="5" creationId="{3522C504-250D-CB22-EB4D-A72731982876}"/>
          </ac:spMkLst>
        </pc:spChg>
        <pc:spChg chg="add del mod">
          <ac:chgData name="彥輝 李" userId="e3cbf46109976c6d" providerId="LiveId" clId="{0EAB56E6-9BA8-4CA0-A2E4-05BAAA314DB9}" dt="2026-10-05T01:02:02.857" v="1306" actId="207"/>
          <ac:spMkLst>
            <pc:docMk/>
            <pc:sldMk cId="779307347" sldId="275"/>
            <ac:spMk id="10" creationId="{25DD7483-C253-87A5-FE6B-97CD6B8C6116}"/>
          </ac:spMkLst>
        </pc:spChg>
        <pc:spChg chg="add mod">
          <ac:chgData name="彥輝 李" userId="e3cbf46109976c6d" providerId="LiveId" clId="{0EAB56E6-9BA8-4CA0-A2E4-05BAAA314DB9}" dt="2026-10-05T01:01:50.980" v="1305" actId="14100"/>
          <ac:spMkLst>
            <pc:docMk/>
            <pc:sldMk cId="779307347" sldId="275"/>
            <ac:spMk id="14" creationId="{FA77C0C5-4A71-D304-9798-8ACCEB6FC6EA}"/>
          </ac:spMkLst>
        </pc:spChg>
        <pc:picChg chg="add mod modCrop">
          <ac:chgData name="彥輝 李" userId="e3cbf46109976c6d" providerId="LiveId" clId="{0EAB56E6-9BA8-4CA0-A2E4-05BAAA314DB9}" dt="2026-10-05T01:00:13.621" v="1268" actId="732"/>
          <ac:picMkLst>
            <pc:docMk/>
            <pc:sldMk cId="779307347" sldId="275"/>
            <ac:picMk id="3" creationId="{64683A11-F918-A04D-E6D2-C61AE8AA85D9}"/>
          </ac:picMkLst>
        </pc:picChg>
        <pc:picChg chg="add del mod">
          <ac:chgData name="彥輝 李" userId="e3cbf46109976c6d" providerId="LiveId" clId="{0EAB56E6-9BA8-4CA0-A2E4-05BAAA314DB9}" dt="2026-10-05T01:02:11.308" v="1308" actId="207"/>
          <ac:picMkLst>
            <pc:docMk/>
            <pc:sldMk cId="779307347" sldId="275"/>
            <ac:picMk id="13" creationId="{BA6EE82A-BE1E-80EF-82AB-26081E377008}"/>
          </ac:picMkLst>
        </pc:picChg>
      </pc:sldChg>
      <pc:sldChg chg="addSp delSp modSp add mod">
        <pc:chgData name="彥輝 李" userId="e3cbf46109976c6d" providerId="LiveId" clId="{0EAB56E6-9BA8-4CA0-A2E4-05BAAA314DB9}" dt="2026-10-05T01:33:43.822" v="1532" actId="1076"/>
        <pc:sldMkLst>
          <pc:docMk/>
          <pc:sldMk cId="1226519221" sldId="276"/>
        </pc:sldMkLst>
        <pc:spChg chg="add del mod">
          <ac:chgData name="彥輝 李" userId="e3cbf46109976c6d" providerId="LiveId" clId="{0EAB56E6-9BA8-4CA0-A2E4-05BAAA314DB9}" dt="2026-10-05T01:05:56.912" v="1379" actId="1036"/>
          <ac:spMkLst>
            <pc:docMk/>
            <pc:sldMk cId="1226519221" sldId="276"/>
            <ac:spMk id="4" creationId="{E5D9063D-8908-DD4F-E327-547ADDF0EEEA}"/>
          </ac:spMkLst>
        </pc:spChg>
        <pc:spChg chg="add mod">
          <ac:chgData name="彥輝 李" userId="e3cbf46109976c6d" providerId="LiveId" clId="{0EAB56E6-9BA8-4CA0-A2E4-05BAAA314DB9}" dt="2026-10-05T01:33:43.822" v="1532" actId="1076"/>
          <ac:spMkLst>
            <pc:docMk/>
            <pc:sldMk cId="1226519221" sldId="276"/>
            <ac:spMk id="16" creationId="{D4873F42-ED82-3683-2BF3-F7CFD0AC62C8}"/>
          </ac:spMkLst>
        </pc:spChg>
        <pc:picChg chg="add mod">
          <ac:chgData name="彥輝 李" userId="e3cbf46109976c6d" providerId="LiveId" clId="{0EAB56E6-9BA8-4CA0-A2E4-05BAAA314DB9}" dt="2026-10-05T01:05:51.640" v="1371" actId="1036"/>
          <ac:picMkLst>
            <pc:docMk/>
            <pc:sldMk cId="1226519221" sldId="276"/>
            <ac:picMk id="11" creationId="{7B293DF7-E0E1-EF54-E843-FB8FE743DB03}"/>
          </ac:picMkLst>
        </pc:picChg>
        <pc:picChg chg="mod">
          <ac:chgData name="彥輝 李" userId="e3cbf46109976c6d" providerId="LiveId" clId="{0EAB56E6-9BA8-4CA0-A2E4-05BAAA314DB9}" dt="2026-10-05T01:06:10.589" v="1396" actId="1076"/>
          <ac:picMkLst>
            <pc:docMk/>
            <pc:sldMk cId="1226519221" sldId="276"/>
            <ac:picMk id="13" creationId="{8D6D9512-3483-6A53-7C1F-F3F7A7668DC1}"/>
          </ac:picMkLst>
        </pc:picChg>
        <pc:picChg chg="add mod">
          <ac:chgData name="彥輝 李" userId="e3cbf46109976c6d" providerId="LiveId" clId="{0EAB56E6-9BA8-4CA0-A2E4-05BAAA314DB9}" dt="2026-10-05T01:05:51.640" v="1371" actId="1036"/>
          <ac:picMkLst>
            <pc:docMk/>
            <pc:sldMk cId="1226519221" sldId="276"/>
            <ac:picMk id="15" creationId="{C33E9D67-789D-1D30-0E9C-ED56AF9BA5BD}"/>
          </ac:picMkLst>
        </pc:picChg>
      </pc:sldChg>
      <pc:sldChg chg="addSp delSp modSp add mod">
        <pc:chgData name="彥輝 李" userId="e3cbf46109976c6d" providerId="LiveId" clId="{0EAB56E6-9BA8-4CA0-A2E4-05BAAA314DB9}" dt="2026-10-05T01:34:20.763" v="1539" actId="1076"/>
        <pc:sldMkLst>
          <pc:docMk/>
          <pc:sldMk cId="1429042174" sldId="277"/>
        </pc:sldMkLst>
        <pc:spChg chg="mod">
          <ac:chgData name="彥輝 李" userId="e3cbf46109976c6d" providerId="LiveId" clId="{0EAB56E6-9BA8-4CA0-A2E4-05BAAA314DB9}" dt="2026-10-05T01:33:28.804" v="1530" actId="1036"/>
          <ac:spMkLst>
            <pc:docMk/>
            <pc:sldMk cId="1429042174" sldId="277"/>
            <ac:spMk id="4" creationId="{03E39B30-8760-5861-C70B-444074633A41}"/>
          </ac:spMkLst>
        </pc:spChg>
        <pc:spChg chg="add mod">
          <ac:chgData name="彥輝 李" userId="e3cbf46109976c6d" providerId="LiveId" clId="{0EAB56E6-9BA8-4CA0-A2E4-05BAAA314DB9}" dt="2026-10-05T01:33:28.804" v="1530" actId="1036"/>
          <ac:spMkLst>
            <pc:docMk/>
            <pc:sldMk cId="1429042174" sldId="277"/>
            <ac:spMk id="6" creationId="{039BF250-A54F-B162-D35E-966881F59C29}"/>
          </ac:spMkLst>
        </pc:spChg>
        <pc:spChg chg="add mod">
          <ac:chgData name="彥輝 李" userId="e3cbf46109976c6d" providerId="LiveId" clId="{0EAB56E6-9BA8-4CA0-A2E4-05BAAA314DB9}" dt="2026-10-05T01:34:20.763" v="1539" actId="1076"/>
          <ac:spMkLst>
            <pc:docMk/>
            <pc:sldMk cId="1429042174" sldId="277"/>
            <ac:spMk id="9" creationId="{2CDE2A72-B623-AB05-879D-BB3E7892522F}"/>
          </ac:spMkLst>
        </pc:spChg>
        <pc:picChg chg="add mod">
          <ac:chgData name="彥輝 李" userId="e3cbf46109976c6d" providerId="LiveId" clId="{0EAB56E6-9BA8-4CA0-A2E4-05BAAA314DB9}" dt="2026-10-05T01:31:22.620" v="1442" actId="1076"/>
          <ac:picMkLst>
            <pc:docMk/>
            <pc:sldMk cId="1429042174" sldId="277"/>
            <ac:picMk id="3" creationId="{03CC81E7-595A-7FA1-BF5F-0CDD7097FA45}"/>
          </ac:picMkLst>
        </pc:picChg>
      </pc:sldChg>
      <pc:sldChg chg="addSp delSp modSp new mod">
        <pc:chgData name="彥輝 李" userId="e3cbf46109976c6d" providerId="LiveId" clId="{0EAB56E6-9BA8-4CA0-A2E4-05BAAA314DB9}" dt="2026-10-05T01:36:50.932" v="1597" actId="22"/>
        <pc:sldMkLst>
          <pc:docMk/>
          <pc:sldMk cId="3709882231" sldId="278"/>
        </pc:sldMkLst>
        <pc:spChg chg="add mod">
          <ac:chgData name="彥輝 李" userId="e3cbf46109976c6d" providerId="LiveId" clId="{0EAB56E6-9BA8-4CA0-A2E4-05BAAA314DB9}" dt="2026-10-05T01:35:07.560" v="1551" actId="1076"/>
          <ac:spMkLst>
            <pc:docMk/>
            <pc:sldMk cId="3709882231" sldId="278"/>
            <ac:spMk id="7" creationId="{A4D93F26-9639-87E9-5BA8-1BCEF8F8AEBB}"/>
          </ac:spMkLst>
        </pc:spChg>
        <pc:spChg chg="add mod">
          <ac:chgData name="彥輝 李" userId="e3cbf46109976c6d" providerId="LiveId" clId="{0EAB56E6-9BA8-4CA0-A2E4-05BAAA314DB9}" dt="2026-10-05T01:35:52.315" v="1588" actId="255"/>
          <ac:spMkLst>
            <pc:docMk/>
            <pc:sldMk cId="3709882231" sldId="278"/>
            <ac:spMk id="9" creationId="{87A609BF-835F-2C63-E366-EF1F6EA23994}"/>
          </ac:spMkLst>
        </pc:spChg>
        <pc:spChg chg="add mod">
          <ac:chgData name="彥輝 李" userId="e3cbf46109976c6d" providerId="LiveId" clId="{0EAB56E6-9BA8-4CA0-A2E4-05BAAA314DB9}" dt="2026-10-05T01:36:06.661" v="1596" actId="1038"/>
          <ac:spMkLst>
            <pc:docMk/>
            <pc:sldMk cId="3709882231" sldId="278"/>
            <ac:spMk id="10" creationId="{8F1F24C6-206F-A994-D8E8-013EB709DA4A}"/>
          </ac:spMkLst>
        </pc:spChg>
        <pc:spChg chg="add">
          <ac:chgData name="彥輝 李" userId="e3cbf46109976c6d" providerId="LiveId" clId="{0EAB56E6-9BA8-4CA0-A2E4-05BAAA314DB9}" dt="2026-10-05T01:36:50.932" v="1597" actId="22"/>
          <ac:spMkLst>
            <pc:docMk/>
            <pc:sldMk cId="3709882231" sldId="278"/>
            <ac:spMk id="12" creationId="{8788F9B8-BBE1-693B-4144-A843D1F566E4}"/>
          </ac:spMkLst>
        </pc:spChg>
        <pc:picChg chg="add mod">
          <ac:chgData name="彥輝 李" userId="e3cbf46109976c6d" providerId="LiveId" clId="{0EAB56E6-9BA8-4CA0-A2E4-05BAAA314DB9}" dt="2026-10-05T01:34:18.292" v="1538" actId="1076"/>
          <ac:picMkLst>
            <pc:docMk/>
            <pc:sldMk cId="3709882231" sldId="278"/>
            <ac:picMk id="5" creationId="{B8DA71A3-E31A-E107-2E2B-1C77BBD11682}"/>
          </ac:picMkLst>
        </pc:picChg>
      </pc:sldChg>
      <pc:sldChg chg="addSp delSp modSp add mod ord">
        <pc:chgData name="彥輝 李" userId="e3cbf46109976c6d" providerId="LiveId" clId="{0EAB56E6-9BA8-4CA0-A2E4-05BAAA314DB9}" dt="2026-10-05T01:38:35.601" v="1615" actId="14100"/>
        <pc:sldMkLst>
          <pc:docMk/>
          <pc:sldMk cId="1507323404" sldId="279"/>
        </pc:sldMkLst>
        <pc:spChg chg="mod ord">
          <ac:chgData name="彥輝 李" userId="e3cbf46109976c6d" providerId="LiveId" clId="{0EAB56E6-9BA8-4CA0-A2E4-05BAAA314DB9}" dt="2026-10-05T01:37:45.279" v="1613" actId="166"/>
          <ac:spMkLst>
            <pc:docMk/>
            <pc:sldMk cId="1507323404" sldId="279"/>
            <ac:spMk id="9" creationId="{CD260F3C-A4D8-0001-56CD-48CFF5AFD2BB}"/>
          </ac:spMkLst>
        </pc:spChg>
        <pc:picChg chg="add mod">
          <ac:chgData name="彥輝 李" userId="e3cbf46109976c6d" providerId="LiveId" clId="{0EAB56E6-9BA8-4CA0-A2E4-05BAAA314DB9}" dt="2026-10-05T01:38:35.601" v="1615" actId="14100"/>
          <ac:picMkLst>
            <pc:docMk/>
            <pc:sldMk cId="1507323404" sldId="279"/>
            <ac:picMk id="7" creationId="{4E76B2EA-2380-F28F-F091-51A0251A66ED}"/>
          </ac:picMkLst>
        </pc:picChg>
      </pc:sldChg>
      <pc:sldChg chg="addSp delSp modSp add mod">
        <pc:chgData name="彥輝 李" userId="e3cbf46109976c6d" providerId="LiveId" clId="{0EAB56E6-9BA8-4CA0-A2E4-05BAAA314DB9}" dt="2026-10-05T01:40:06.297" v="1619" actId="1076"/>
        <pc:sldMkLst>
          <pc:docMk/>
          <pc:sldMk cId="2414072862" sldId="280"/>
        </pc:sldMkLst>
        <pc:picChg chg="add mod">
          <ac:chgData name="彥輝 李" userId="e3cbf46109976c6d" providerId="LiveId" clId="{0EAB56E6-9BA8-4CA0-A2E4-05BAAA314DB9}" dt="2026-10-05T01:40:06.297" v="1619" actId="1076"/>
          <ac:picMkLst>
            <pc:docMk/>
            <pc:sldMk cId="2414072862" sldId="280"/>
            <ac:picMk id="3" creationId="{A3E89743-AC8A-808B-F91F-C1D0F2D73CD6}"/>
          </ac:picMkLst>
        </pc:picChg>
      </pc:sldChg>
      <pc:sldChg chg="addSp delSp modSp add mod">
        <pc:chgData name="彥輝 李" userId="e3cbf46109976c6d" providerId="LiveId" clId="{0EAB56E6-9BA8-4CA0-A2E4-05BAAA314DB9}" dt="2026-10-05T02:22:48.213" v="1663" actId="14100"/>
        <pc:sldMkLst>
          <pc:docMk/>
          <pc:sldMk cId="2403900416" sldId="281"/>
        </pc:sldMkLst>
        <pc:spChg chg="add mod">
          <ac:chgData name="彥輝 李" userId="e3cbf46109976c6d" providerId="LiveId" clId="{0EAB56E6-9BA8-4CA0-A2E4-05BAAA314DB9}" dt="2026-10-05T02:21:52.648" v="1653" actId="1076"/>
          <ac:spMkLst>
            <pc:docMk/>
            <pc:sldMk cId="2403900416" sldId="281"/>
            <ac:spMk id="7" creationId="{2634DD0D-BB76-79BD-F58C-357B41577447}"/>
          </ac:spMkLst>
        </pc:spChg>
        <pc:spChg chg="add mod">
          <ac:chgData name="彥輝 李" userId="e3cbf46109976c6d" providerId="LiveId" clId="{0EAB56E6-9BA8-4CA0-A2E4-05BAAA314DB9}" dt="2026-10-05T02:22:48.213" v="1663" actId="14100"/>
          <ac:spMkLst>
            <pc:docMk/>
            <pc:sldMk cId="2403900416" sldId="281"/>
            <ac:spMk id="12" creationId="{4F81A75A-1C70-1852-0F4A-F4305A3F577C}"/>
          </ac:spMkLst>
        </pc:spChg>
        <pc:picChg chg="add mod">
          <ac:chgData name="彥輝 李" userId="e3cbf46109976c6d" providerId="LiveId" clId="{0EAB56E6-9BA8-4CA0-A2E4-05BAAA314DB9}" dt="2026-10-05T02:20:51.735" v="1623" actId="1076"/>
          <ac:picMkLst>
            <pc:docMk/>
            <pc:sldMk cId="2403900416" sldId="281"/>
            <ac:picMk id="4" creationId="{E60C33AA-0F8F-1E90-C39D-AAFF80E1585D}"/>
          </ac:picMkLst>
        </pc:picChg>
        <pc:picChg chg="add mod">
          <ac:chgData name="彥輝 李" userId="e3cbf46109976c6d" providerId="LiveId" clId="{0EAB56E6-9BA8-4CA0-A2E4-05BAAA314DB9}" dt="2026-10-05T02:22:17.577" v="1655" actId="1076"/>
          <ac:picMkLst>
            <pc:docMk/>
            <pc:sldMk cId="2403900416" sldId="281"/>
            <ac:picMk id="10" creationId="{8FF37EA0-7B22-8231-9B5F-6CC5BF738455}"/>
          </ac:picMkLst>
        </pc:picChg>
      </pc:sldChg>
      <pc:sldChg chg="addSp delSp modSp add mod">
        <pc:chgData name="彥輝 李" userId="e3cbf46109976c6d" providerId="LiveId" clId="{0EAB56E6-9BA8-4CA0-A2E4-05BAAA314DB9}" dt="2026-10-05T02:27:55.038" v="1712" actId="20577"/>
        <pc:sldMkLst>
          <pc:docMk/>
          <pc:sldMk cId="2316426713" sldId="282"/>
        </pc:sldMkLst>
        <pc:spChg chg="mod">
          <ac:chgData name="彥輝 李" userId="e3cbf46109976c6d" providerId="LiveId" clId="{0EAB56E6-9BA8-4CA0-A2E4-05BAAA314DB9}" dt="2026-10-05T02:27:55.038" v="1712" actId="20577"/>
          <ac:spMkLst>
            <pc:docMk/>
            <pc:sldMk cId="2316426713" sldId="282"/>
            <ac:spMk id="5" creationId="{170C730A-37C3-99AC-6746-D5CD0D6688AC}"/>
          </ac:spMkLst>
        </pc:spChg>
        <pc:spChg chg="add mod">
          <ac:chgData name="彥輝 李" userId="e3cbf46109976c6d" providerId="LiveId" clId="{0EAB56E6-9BA8-4CA0-A2E4-05BAAA314DB9}" dt="2026-10-05T02:25:56.595" v="1690" actId="14100"/>
          <ac:spMkLst>
            <pc:docMk/>
            <pc:sldMk cId="2316426713" sldId="282"/>
            <ac:spMk id="8" creationId="{526E5228-BEE9-42D1-5E81-C448B07E748A}"/>
          </ac:spMkLst>
        </pc:spChg>
        <pc:spChg chg="add mod">
          <ac:chgData name="彥輝 李" userId="e3cbf46109976c6d" providerId="LiveId" clId="{0EAB56E6-9BA8-4CA0-A2E4-05BAAA314DB9}" dt="2026-10-05T02:27:07.281" v="1708" actId="207"/>
          <ac:spMkLst>
            <pc:docMk/>
            <pc:sldMk cId="2316426713" sldId="282"/>
            <ac:spMk id="15" creationId="{63C511FD-4365-E6BE-5FF6-2B6727DD27CC}"/>
          </ac:spMkLst>
        </pc:spChg>
        <pc:picChg chg="add mod">
          <ac:chgData name="彥輝 李" userId="e3cbf46109976c6d" providerId="LiveId" clId="{0EAB56E6-9BA8-4CA0-A2E4-05BAAA314DB9}" dt="2026-10-05T02:24:30.679" v="1676" actId="1076"/>
          <ac:picMkLst>
            <pc:docMk/>
            <pc:sldMk cId="2316426713" sldId="282"/>
            <ac:picMk id="3" creationId="{34D959A2-2C1E-796E-4C86-71F02060EFFA}"/>
          </ac:picMkLst>
        </pc:picChg>
        <pc:picChg chg="add">
          <ac:chgData name="彥輝 李" userId="e3cbf46109976c6d" providerId="LiveId" clId="{0EAB56E6-9BA8-4CA0-A2E4-05BAAA314DB9}" dt="2026-10-05T02:24:27.309" v="1675" actId="22"/>
          <ac:picMkLst>
            <pc:docMk/>
            <pc:sldMk cId="2316426713" sldId="282"/>
            <ac:picMk id="13" creationId="{6D116DC4-899C-93DA-73D5-726EB8CE8ECA}"/>
          </ac:picMkLst>
        </pc:picChg>
      </pc:sldChg>
      <pc:sldChg chg="addSp delSp modSp new mod">
        <pc:chgData name="彥輝 李" userId="e3cbf46109976c6d" providerId="LiveId" clId="{0EAB56E6-9BA8-4CA0-A2E4-05BAAA314DB9}" dt="2026-10-05T02:30:38.172" v="1721"/>
        <pc:sldMkLst>
          <pc:docMk/>
          <pc:sldMk cId="430335256" sldId="283"/>
        </pc:sldMkLst>
        <pc:spChg chg="add">
          <ac:chgData name="彥輝 李" userId="e3cbf46109976c6d" providerId="LiveId" clId="{0EAB56E6-9BA8-4CA0-A2E4-05BAAA314DB9}" dt="2026-10-05T02:30:22.289" v="1718" actId="22"/>
          <ac:spMkLst>
            <pc:docMk/>
            <pc:sldMk cId="430335256" sldId="283"/>
            <ac:spMk id="7" creationId="{08A58BFB-C239-90BC-C331-D1F36365A49A}"/>
          </ac:spMkLst>
        </pc:spChg>
        <pc:picChg chg="add mod">
          <ac:chgData name="彥輝 李" userId="e3cbf46109976c6d" providerId="LiveId" clId="{0EAB56E6-9BA8-4CA0-A2E4-05BAAA314DB9}" dt="2026-10-05T02:28:49.557" v="1717" actId="1076"/>
          <ac:picMkLst>
            <pc:docMk/>
            <pc:sldMk cId="430335256" sldId="283"/>
            <ac:picMk id="5" creationId="{B4EEBAB7-6A63-791D-FE13-4871F2B69154}"/>
          </ac:picMkLst>
        </pc:picChg>
      </pc:sldChg>
      <pc:sldChg chg="addSp delSp modSp add mod">
        <pc:chgData name="彥輝 李" userId="e3cbf46109976c6d" providerId="LiveId" clId="{0EAB56E6-9BA8-4CA0-A2E4-05BAAA314DB9}" dt="2026-10-05T02:54:41.253" v="2116" actId="1440"/>
        <pc:sldMkLst>
          <pc:docMk/>
          <pc:sldMk cId="553474186" sldId="284"/>
        </pc:sldMkLst>
        <pc:spChg chg="add mod">
          <ac:chgData name="彥輝 李" userId="e3cbf46109976c6d" providerId="LiveId" clId="{0EAB56E6-9BA8-4CA0-A2E4-05BAAA314DB9}" dt="2026-10-05T02:49:33.689" v="2048" actId="207"/>
          <ac:spMkLst>
            <pc:docMk/>
            <pc:sldMk cId="553474186" sldId="284"/>
            <ac:spMk id="3" creationId="{5C544BB4-6FC7-4AAB-4DE5-E3E6E021999F}"/>
          </ac:spMkLst>
        </pc:spChg>
        <pc:spChg chg="add mod">
          <ac:chgData name="彥輝 李" userId="e3cbf46109976c6d" providerId="LiveId" clId="{0EAB56E6-9BA8-4CA0-A2E4-05BAAA314DB9}" dt="2026-10-05T02:47:09.600" v="1909" actId="1076"/>
          <ac:spMkLst>
            <pc:docMk/>
            <pc:sldMk cId="553474186" sldId="284"/>
            <ac:spMk id="4" creationId="{51F5D2C1-03F3-7024-2BCF-531B85AEBCF2}"/>
          </ac:spMkLst>
        </pc:spChg>
        <pc:spChg chg="add mod">
          <ac:chgData name="彥輝 李" userId="e3cbf46109976c6d" providerId="LiveId" clId="{0EAB56E6-9BA8-4CA0-A2E4-05BAAA314DB9}" dt="2026-10-05T02:49:37.307" v="2049" actId="207"/>
          <ac:spMkLst>
            <pc:docMk/>
            <pc:sldMk cId="553474186" sldId="284"/>
            <ac:spMk id="6" creationId="{874F7032-97FF-72E8-E44A-8A6C7DF9412E}"/>
          </ac:spMkLst>
        </pc:spChg>
        <pc:spChg chg="add mod">
          <ac:chgData name="彥輝 李" userId="e3cbf46109976c6d" providerId="LiveId" clId="{0EAB56E6-9BA8-4CA0-A2E4-05BAAA314DB9}" dt="2026-10-05T02:47:09.600" v="1909" actId="1076"/>
          <ac:spMkLst>
            <pc:docMk/>
            <pc:sldMk cId="553474186" sldId="284"/>
            <ac:spMk id="10" creationId="{171FEF74-7003-4168-FBAB-C2A30A6C0CA5}"/>
          </ac:spMkLst>
        </pc:spChg>
        <pc:spChg chg="add mod">
          <ac:chgData name="彥輝 李" userId="e3cbf46109976c6d" providerId="LiveId" clId="{0EAB56E6-9BA8-4CA0-A2E4-05BAAA314DB9}" dt="2026-10-05T02:47:09.600" v="1909" actId="1076"/>
          <ac:spMkLst>
            <pc:docMk/>
            <pc:sldMk cId="553474186" sldId="284"/>
            <ac:spMk id="11" creationId="{2424785C-3891-1710-913D-53A5A364A5D0}"/>
          </ac:spMkLst>
        </pc:spChg>
        <pc:spChg chg="add mod">
          <ac:chgData name="彥輝 李" userId="e3cbf46109976c6d" providerId="LiveId" clId="{0EAB56E6-9BA8-4CA0-A2E4-05BAAA314DB9}" dt="2026-10-05T02:49:10.707" v="2039" actId="1037"/>
          <ac:spMkLst>
            <pc:docMk/>
            <pc:sldMk cId="553474186" sldId="284"/>
            <ac:spMk id="15" creationId="{812D34C4-AE8E-C634-C651-0463E9681671}"/>
          </ac:spMkLst>
        </pc:spChg>
        <pc:picChg chg="add mod ord">
          <ac:chgData name="彥輝 李" userId="e3cbf46109976c6d" providerId="LiveId" clId="{0EAB56E6-9BA8-4CA0-A2E4-05BAAA314DB9}" dt="2026-10-05T02:54:41.253" v="2116" actId="1440"/>
          <ac:picMkLst>
            <pc:docMk/>
            <pc:sldMk cId="553474186" sldId="284"/>
            <ac:picMk id="9" creationId="{AD5230A6-53AD-CF19-EF7E-B89E5BC210A7}"/>
          </ac:picMkLst>
        </pc:picChg>
        <pc:picChg chg="add mod">
          <ac:chgData name="彥輝 李" userId="e3cbf46109976c6d" providerId="LiveId" clId="{0EAB56E6-9BA8-4CA0-A2E4-05BAAA314DB9}" dt="2026-10-05T02:49:13.160" v="2047" actId="1037"/>
          <ac:picMkLst>
            <pc:docMk/>
            <pc:sldMk cId="553474186" sldId="284"/>
            <ac:picMk id="13" creationId="{1E1C2DCD-D9A0-85A9-EF25-A8614CDD3510}"/>
          </ac:picMkLst>
        </pc:picChg>
      </pc:sldChg>
      <pc:sldChg chg="addSp delSp modSp add mod ord">
        <pc:chgData name="彥輝 李" userId="e3cbf46109976c6d" providerId="LiveId" clId="{0EAB56E6-9BA8-4CA0-A2E4-05BAAA314DB9}" dt="2026-10-05T02:53:34.196" v="2112" actId="207"/>
        <pc:sldMkLst>
          <pc:docMk/>
          <pc:sldMk cId="3062909606" sldId="285"/>
        </pc:sldMkLst>
        <pc:spChg chg="mod">
          <ac:chgData name="彥輝 李" userId="e3cbf46109976c6d" providerId="LiveId" clId="{0EAB56E6-9BA8-4CA0-A2E4-05BAAA314DB9}" dt="2026-10-05T02:50:56.118" v="2057" actId="20577"/>
          <ac:spMkLst>
            <pc:docMk/>
            <pc:sldMk cId="3062909606" sldId="285"/>
            <ac:spMk id="5" creationId="{B90A8549-078A-A96E-812C-AB07DEFB099F}"/>
          </ac:spMkLst>
        </pc:spChg>
        <pc:spChg chg="mod">
          <ac:chgData name="彥輝 李" userId="e3cbf46109976c6d" providerId="LiveId" clId="{0EAB56E6-9BA8-4CA0-A2E4-05BAAA314DB9}" dt="2026-10-05T02:53:34.196" v="2112" actId="207"/>
          <ac:spMkLst>
            <pc:docMk/>
            <pc:sldMk cId="3062909606" sldId="285"/>
            <ac:spMk id="8" creationId="{0AD9D933-CCBE-6565-4C84-C0BDCFF4D65A}"/>
          </ac:spMkLst>
        </pc:spChg>
        <pc:spChg chg="mod">
          <ac:chgData name="彥輝 李" userId="e3cbf46109976c6d" providerId="LiveId" clId="{0EAB56E6-9BA8-4CA0-A2E4-05BAAA314DB9}" dt="2026-10-05T02:53:28.382" v="2111" actId="207"/>
          <ac:spMkLst>
            <pc:docMk/>
            <pc:sldMk cId="3062909606" sldId="285"/>
            <ac:spMk id="15" creationId="{3E19DD63-3C99-F040-BF46-833DEDAF0484}"/>
          </ac:spMkLst>
        </pc:spChg>
        <pc:picChg chg="add mod">
          <ac:chgData name="彥輝 李" userId="e3cbf46109976c6d" providerId="LiveId" clId="{0EAB56E6-9BA8-4CA0-A2E4-05BAAA314DB9}" dt="2026-10-05T02:51:33.638" v="2059" actId="1076"/>
          <ac:picMkLst>
            <pc:docMk/>
            <pc:sldMk cId="3062909606" sldId="285"/>
            <ac:picMk id="4" creationId="{53CD56B5-DF70-C1A2-12D6-BB75F10A1A08}"/>
          </ac:picMkLst>
        </pc:picChg>
      </pc:sldChg>
      <pc:sldChg chg="addSp delSp modSp add mod">
        <pc:chgData name="彥輝 李" userId="e3cbf46109976c6d" providerId="LiveId" clId="{0EAB56E6-9BA8-4CA0-A2E4-05BAAA314DB9}" dt="2026-10-05T02:57:52.977" v="2197" actId="21"/>
        <pc:sldMkLst>
          <pc:docMk/>
          <pc:sldMk cId="594783635" sldId="286"/>
        </pc:sldMkLst>
        <pc:spChg chg="mod">
          <ac:chgData name="彥輝 李" userId="e3cbf46109976c6d" providerId="LiveId" clId="{0EAB56E6-9BA8-4CA0-A2E4-05BAAA314DB9}" dt="2026-10-05T02:55:25.263" v="2141" actId="6549"/>
          <ac:spMkLst>
            <pc:docMk/>
            <pc:sldMk cId="594783635" sldId="286"/>
            <ac:spMk id="5" creationId="{CF4B28C6-723D-A2C1-E66A-778A84936F0C}"/>
          </ac:spMkLst>
        </pc:spChg>
        <pc:picChg chg="add mod">
          <ac:chgData name="彥輝 李" userId="e3cbf46109976c6d" providerId="LiveId" clId="{0EAB56E6-9BA8-4CA0-A2E4-05BAAA314DB9}" dt="2026-10-05T02:55:58.921" v="2150" actId="1076"/>
          <ac:picMkLst>
            <pc:docMk/>
            <pc:sldMk cId="594783635" sldId="286"/>
            <ac:picMk id="3" creationId="{708A1898-BFC8-4450-C0D4-982B99C52C52}"/>
          </ac:picMkLst>
        </pc:picChg>
      </pc:sldChg>
      <pc:sldChg chg="addSp delSp modSp new mod">
        <pc:chgData name="彥輝 李" userId="e3cbf46109976c6d" providerId="LiveId" clId="{0EAB56E6-9BA8-4CA0-A2E4-05BAAA314DB9}" dt="2026-10-05T02:58:40.536" v="2295" actId="20577"/>
        <pc:sldMkLst>
          <pc:docMk/>
          <pc:sldMk cId="3162485943" sldId="287"/>
        </pc:sldMkLst>
        <pc:spChg chg="add">
          <ac:chgData name="彥輝 李" userId="e3cbf46109976c6d" providerId="LiveId" clId="{0EAB56E6-9BA8-4CA0-A2E4-05BAAA314DB9}" dt="2026-10-05T02:56:13.528" v="2155" actId="22"/>
          <ac:spMkLst>
            <pc:docMk/>
            <pc:sldMk cId="3162485943" sldId="287"/>
            <ac:spMk id="5" creationId="{43486541-D9F3-7D0E-75A0-EBED965CC831}"/>
          </ac:spMkLst>
        </pc:spChg>
        <pc:spChg chg="add mod">
          <ac:chgData name="彥輝 李" userId="e3cbf46109976c6d" providerId="LiveId" clId="{0EAB56E6-9BA8-4CA0-A2E4-05BAAA314DB9}" dt="2026-10-05T02:58:40.536" v="2295" actId="20577"/>
          <ac:spMkLst>
            <pc:docMk/>
            <pc:sldMk cId="3162485943" sldId="287"/>
            <ac:spMk id="9" creationId="{76A6703D-B374-EB94-27BF-0751EF2D590B}"/>
          </ac:spMkLst>
        </pc:spChg>
        <pc:picChg chg="add mod">
          <ac:chgData name="彥輝 李" userId="e3cbf46109976c6d" providerId="LiveId" clId="{0EAB56E6-9BA8-4CA0-A2E4-05BAAA314DB9}" dt="2026-10-05T02:56:41.328" v="2178" actId="1036"/>
          <ac:picMkLst>
            <pc:docMk/>
            <pc:sldMk cId="3162485943" sldId="287"/>
            <ac:picMk id="7" creationId="{0FE63340-177B-56E7-2A2D-F208267F00C7}"/>
          </ac:picMkLst>
        </pc:picChg>
      </pc:sldChg>
      <pc:sldChg chg="addSp delSp modSp add mod">
        <pc:chgData name="彥輝 李" userId="e3cbf46109976c6d" providerId="LiveId" clId="{0EAB56E6-9BA8-4CA0-A2E4-05BAAA314DB9}" dt="2026-10-05T03:38:19.140" v="2746" actId="20577"/>
        <pc:sldMkLst>
          <pc:docMk/>
          <pc:sldMk cId="542090594" sldId="288"/>
        </pc:sldMkLst>
        <pc:spChg chg="add mod">
          <ac:chgData name="彥輝 李" userId="e3cbf46109976c6d" providerId="LiveId" clId="{0EAB56E6-9BA8-4CA0-A2E4-05BAAA314DB9}" dt="2026-10-05T03:38:19.140" v="2746" actId="20577"/>
          <ac:spMkLst>
            <pc:docMk/>
            <pc:sldMk cId="542090594" sldId="288"/>
            <ac:spMk id="3" creationId="{D8BDB719-BB0E-71DD-2D56-B631134CD485}"/>
          </ac:spMkLst>
        </pc:spChg>
        <pc:spChg chg="mod">
          <ac:chgData name="彥輝 李" userId="e3cbf46109976c6d" providerId="LiveId" clId="{0EAB56E6-9BA8-4CA0-A2E4-05BAAA314DB9}" dt="2026-10-05T02:59:49.042" v="2313" actId="14100"/>
          <ac:spMkLst>
            <pc:docMk/>
            <pc:sldMk cId="542090594" sldId="288"/>
            <ac:spMk id="9" creationId="{F3C780F7-AF75-A031-863B-7BD0DFF0C05C}"/>
          </ac:spMkLst>
        </pc:spChg>
        <pc:picChg chg="add mod">
          <ac:chgData name="彥輝 李" userId="e3cbf46109976c6d" providerId="LiveId" clId="{0EAB56E6-9BA8-4CA0-A2E4-05BAAA314DB9}" dt="2026-10-05T03:00:04.607" v="2315" actId="1076"/>
          <ac:picMkLst>
            <pc:docMk/>
            <pc:sldMk cId="542090594" sldId="288"/>
            <ac:picMk id="6" creationId="{E8E89B18-4C25-D28B-7F3D-CA8CBC5B2355}"/>
          </ac:picMkLst>
        </pc:picChg>
      </pc:sldChg>
      <pc:sldChg chg="addSp delSp modSp new mod">
        <pc:chgData name="彥輝 李" userId="e3cbf46109976c6d" providerId="LiveId" clId="{0EAB56E6-9BA8-4CA0-A2E4-05BAAA314DB9}" dt="2026-10-05T03:28:55.104" v="2635" actId="14838"/>
        <pc:sldMkLst>
          <pc:docMk/>
          <pc:sldMk cId="494883709" sldId="289"/>
        </pc:sldMkLst>
        <pc:spChg chg="add mod">
          <ac:chgData name="彥輝 李" userId="e3cbf46109976c6d" providerId="LiveId" clId="{0EAB56E6-9BA8-4CA0-A2E4-05BAAA314DB9}" dt="2026-10-05T03:28:55.104" v="2635" actId="14838"/>
          <ac:spMkLst>
            <pc:docMk/>
            <pc:sldMk cId="494883709" sldId="289"/>
            <ac:spMk id="4" creationId="{EF6A9915-EE4E-591C-9BFF-C8718FD3F62F}"/>
          </ac:spMkLst>
        </pc:spChg>
      </pc:sldChg>
      <pc:sldMasterChg chg="addSp delSp modSp mod modSldLayout">
        <pc:chgData name="彥輝 李" userId="e3cbf46109976c6d" providerId="LiveId" clId="{0EAB56E6-9BA8-4CA0-A2E4-05BAAA314DB9}" dt="2026-10-05T03:36:02.650" v="2734" actId="1036"/>
        <pc:sldMasterMkLst>
          <pc:docMk/>
          <pc:sldMasterMk cId="453826086" sldId="2147483648"/>
        </pc:sldMasterMkLst>
        <pc:spChg chg="add del mod">
          <ac:chgData name="彥輝 李" userId="e3cbf46109976c6d" providerId="LiveId" clId="{0EAB56E6-9BA8-4CA0-A2E4-05BAAA314DB9}" dt="2026-10-05T02:53:54.943" v="2115" actId="1036"/>
          <ac:spMkLst>
            <pc:docMk/>
            <pc:sldMasterMk cId="453826086" sldId="2147483648"/>
            <ac:spMk id="13" creationId="{D46D2C27-2251-D09C-BED8-3D9A475A1AB1}"/>
          </ac:spMkLst>
        </pc:spChg>
        <pc:picChg chg="add mod">
          <ac:chgData name="彥輝 李" userId="e3cbf46109976c6d" providerId="LiveId" clId="{0EAB56E6-9BA8-4CA0-A2E4-05BAAA314DB9}" dt="2026-10-05T03:36:02.650" v="2734" actId="1036"/>
          <ac:picMkLst>
            <pc:docMk/>
            <pc:sldMasterMk cId="453826086" sldId="2147483648"/>
            <ac:picMk id="8" creationId="{9BB33778-7387-5A2A-9B17-BE85B4AFB340}"/>
          </ac:picMkLst>
        </pc:picChg>
        <pc:picChg chg="add mod ord modCrop">
          <ac:chgData name="彥輝 李" userId="e3cbf46109976c6d" providerId="LiveId" clId="{0EAB56E6-9BA8-4CA0-A2E4-05BAAA314DB9}" dt="2026-10-04T22:31:16.524" v="405" actId="1035"/>
          <ac:picMkLst>
            <pc:docMk/>
            <pc:sldMasterMk cId="453826086" sldId="2147483648"/>
            <ac:picMk id="12" creationId="{292FFF82-00AB-A8DE-01D0-6FFF792890AE}"/>
          </ac:picMkLst>
        </pc:picChg>
        <pc:picChg chg="add mod">
          <ac:chgData name="彥輝 李" userId="e3cbf46109976c6d" providerId="LiveId" clId="{0EAB56E6-9BA8-4CA0-A2E4-05BAAA314DB9}" dt="2026-10-05T03:36:02.650" v="2734" actId="1036"/>
          <ac:picMkLst>
            <pc:docMk/>
            <pc:sldMasterMk cId="453826086" sldId="2147483648"/>
            <ac:picMk id="15" creationId="{3C4A02C4-EAB8-ED54-58CA-A7750A8253CF}"/>
          </ac:picMkLst>
        </pc:picChg>
        <pc:sldLayoutChg chg="addSp delSp modSp mod">
          <pc:chgData name="彥輝 李" userId="e3cbf46109976c6d" providerId="LiveId" clId="{0EAB56E6-9BA8-4CA0-A2E4-05BAAA314DB9}" dt="2026-10-05T00:08:02.591" v="896" actId="21"/>
          <pc:sldLayoutMkLst>
            <pc:docMk/>
            <pc:sldMasterMk cId="453826086" sldId="2147483648"/>
            <pc:sldLayoutMk cId="1389480292" sldId="2147483649"/>
          </pc:sldLayoutMkLst>
        </pc:sldLayoutChg>
      </pc:sldMasterChg>
      <pc:sldMasterChg chg="new mod addSldLayout">
        <pc:chgData name="彥輝 李" userId="e3cbf46109976c6d" providerId="LiveId" clId="{0EAB56E6-9BA8-4CA0-A2E4-05BAAA314DB9}" dt="2026-10-04T22:11:49.009" v="15" actId="6938"/>
        <pc:sldMasterMkLst>
          <pc:docMk/>
          <pc:sldMasterMk cId="2284782519" sldId="2147483660"/>
        </pc:sldMasterMkLst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959242502" sldId="2147483661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1266534021" sldId="2147483662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1090949260" sldId="2147483663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3417659435" sldId="2147483664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2018742300" sldId="2147483665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3864122442" sldId="2147483666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1323171273" sldId="2147483667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2983368160" sldId="2147483668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277824701" sldId="2147483669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1245921321" sldId="2147483670"/>
          </pc:sldLayoutMkLst>
        </pc:sldLayoutChg>
        <pc:sldLayoutChg chg="new replId">
          <pc:chgData name="彥輝 李" userId="e3cbf46109976c6d" providerId="LiveId" clId="{0EAB56E6-9BA8-4CA0-A2E4-05BAAA314DB9}" dt="2026-10-04T22:11:49.009" v="15" actId="6938"/>
          <pc:sldLayoutMkLst>
            <pc:docMk/>
            <pc:sldMasterMk cId="2284782519" sldId="2147483660"/>
            <pc:sldLayoutMk cId="3377621249" sldId="2147483671"/>
          </pc:sldLayoutMkLst>
        </pc:sldLayoutChg>
      </pc:sldMasterChg>
    </pc:docChg>
  </pc:docChgLst>
  <pc:docChgLst>
    <pc:chgData name="彥輝 李" userId="e3cbf46109976c6d" providerId="LiveId" clId="{4E4CD50A-0545-4E7C-BB07-415907B81122}"/>
    <pc:docChg chg="undo custSel addSld delSld modSld">
      <pc:chgData name="彥輝 李" userId="e3cbf46109976c6d" providerId="LiveId" clId="{4E4CD50A-0545-4E7C-BB07-415907B81122}" dt="2026-10-08T08:18:00.155" v="386" actId="404"/>
      <pc:docMkLst>
        <pc:docMk/>
      </pc:docMkLst>
      <pc:sldChg chg="addSp modSp mod">
        <pc:chgData name="彥輝 李" userId="e3cbf46109976c6d" providerId="LiveId" clId="{4E4CD50A-0545-4E7C-BB07-415907B81122}" dt="2026-10-08T08:18:00.155" v="386" actId="404"/>
        <pc:sldMkLst>
          <pc:docMk/>
          <pc:sldMk cId="2166134544" sldId="256"/>
        </pc:sldMkLst>
        <pc:spChg chg="add mod">
          <ac:chgData name="彥輝 李" userId="e3cbf46109976c6d" providerId="LiveId" clId="{4E4CD50A-0545-4E7C-BB07-415907B81122}" dt="2026-10-08T08:18:00.155" v="386" actId="404"/>
          <ac:spMkLst>
            <pc:docMk/>
            <pc:sldMk cId="2166134544" sldId="256"/>
            <ac:spMk id="2" creationId="{26C9E4BE-CE34-3A63-23BE-2A6B372A90BF}"/>
          </ac:spMkLst>
        </pc:spChg>
      </pc:sldChg>
      <pc:sldChg chg="modSp">
        <pc:chgData name="彥輝 李" userId="e3cbf46109976c6d" providerId="LiveId" clId="{4E4CD50A-0545-4E7C-BB07-415907B81122}" dt="2026-10-08T05:20:12.020" v="0"/>
        <pc:sldMkLst>
          <pc:docMk/>
          <pc:sldMk cId="3658155879" sldId="257"/>
        </pc:sldMkLst>
        <pc:spChg chg="mod">
          <ac:chgData name="彥輝 李" userId="e3cbf46109976c6d" providerId="LiveId" clId="{4E4CD50A-0545-4E7C-BB07-415907B81122}" dt="2026-10-08T05:20:12.020" v="0"/>
          <ac:spMkLst>
            <pc:docMk/>
            <pc:sldMk cId="3658155879" sldId="257"/>
            <ac:spMk id="4" creationId="{AC8C45FB-6BAA-62AB-7ED9-3C3E52CE3967}"/>
          </ac:spMkLst>
        </pc:spChg>
      </pc:sldChg>
      <pc:sldChg chg="addSp modSp mod">
        <pc:chgData name="彥輝 李" userId="e3cbf46109976c6d" providerId="LiveId" clId="{4E4CD50A-0545-4E7C-BB07-415907B81122}" dt="2026-10-08T08:17:54.183" v="384" actId="404"/>
        <pc:sldMkLst>
          <pc:docMk/>
          <pc:sldMk cId="278831923" sldId="258"/>
        </pc:sldMkLst>
        <pc:spChg chg="add mod">
          <ac:chgData name="彥輝 李" userId="e3cbf46109976c6d" providerId="LiveId" clId="{4E4CD50A-0545-4E7C-BB07-415907B81122}" dt="2026-10-08T08:17:54.183" v="384" actId="404"/>
          <ac:spMkLst>
            <pc:docMk/>
            <pc:sldMk cId="278831923" sldId="258"/>
            <ac:spMk id="3" creationId="{C43F14B1-9F13-FEFF-2448-4073952B4CDD}"/>
          </ac:spMkLst>
        </pc:spChg>
      </pc:sldChg>
      <pc:sldChg chg="addSp modSp mod">
        <pc:chgData name="彥輝 李" userId="e3cbf46109976c6d" providerId="LiveId" clId="{4E4CD50A-0545-4E7C-BB07-415907B81122}" dt="2026-10-08T08:17:48.992" v="382" actId="404"/>
        <pc:sldMkLst>
          <pc:docMk/>
          <pc:sldMk cId="234169027" sldId="259"/>
        </pc:sldMkLst>
        <pc:spChg chg="add mod">
          <ac:chgData name="彥輝 李" userId="e3cbf46109976c6d" providerId="LiveId" clId="{4E4CD50A-0545-4E7C-BB07-415907B81122}" dt="2026-10-08T08:17:48.992" v="382" actId="404"/>
          <ac:spMkLst>
            <pc:docMk/>
            <pc:sldMk cId="234169027" sldId="259"/>
            <ac:spMk id="3" creationId="{8CC34D0E-189A-4EFA-3B80-33C06DADBCF4}"/>
          </ac:spMkLst>
        </pc:spChg>
      </pc:sldChg>
      <pc:sldChg chg="addSp modSp mod">
        <pc:chgData name="彥輝 李" userId="e3cbf46109976c6d" providerId="LiveId" clId="{4E4CD50A-0545-4E7C-BB07-415907B81122}" dt="2026-10-08T08:17:43.423" v="380" actId="404"/>
        <pc:sldMkLst>
          <pc:docMk/>
          <pc:sldMk cId="2949767831" sldId="260"/>
        </pc:sldMkLst>
        <pc:spChg chg="add mod">
          <ac:chgData name="彥輝 李" userId="e3cbf46109976c6d" providerId="LiveId" clId="{4E4CD50A-0545-4E7C-BB07-415907B81122}" dt="2026-10-08T08:17:43.423" v="380" actId="404"/>
          <ac:spMkLst>
            <pc:docMk/>
            <pc:sldMk cId="2949767831" sldId="260"/>
            <ac:spMk id="4" creationId="{0225CB24-692C-5F30-1173-41657C399C8F}"/>
          </ac:spMkLst>
        </pc:spChg>
      </pc:sldChg>
      <pc:sldChg chg="addSp modSp mod">
        <pc:chgData name="彥輝 李" userId="e3cbf46109976c6d" providerId="LiveId" clId="{4E4CD50A-0545-4E7C-BB07-415907B81122}" dt="2026-10-08T08:17:38.285" v="378" actId="404"/>
        <pc:sldMkLst>
          <pc:docMk/>
          <pc:sldMk cId="282577822" sldId="261"/>
        </pc:sldMkLst>
        <pc:spChg chg="add mod">
          <ac:chgData name="彥輝 李" userId="e3cbf46109976c6d" providerId="LiveId" clId="{4E4CD50A-0545-4E7C-BB07-415907B81122}" dt="2026-10-08T08:17:38.285" v="378" actId="404"/>
          <ac:spMkLst>
            <pc:docMk/>
            <pc:sldMk cId="282577822" sldId="261"/>
            <ac:spMk id="3" creationId="{27BAF064-3740-A164-00C3-4DCF946229D9}"/>
          </ac:spMkLst>
        </pc:spChg>
      </pc:sldChg>
      <pc:sldChg chg="addSp delSp modSp mod">
        <pc:chgData name="彥輝 李" userId="e3cbf46109976c6d" providerId="LiveId" clId="{4E4CD50A-0545-4E7C-BB07-415907B81122}" dt="2026-10-08T08:17:33.498" v="376" actId="404"/>
        <pc:sldMkLst>
          <pc:docMk/>
          <pc:sldMk cId="477240304" sldId="262"/>
        </pc:sldMkLst>
        <pc:spChg chg="add mod">
          <ac:chgData name="彥輝 李" userId="e3cbf46109976c6d" providerId="LiveId" clId="{4E4CD50A-0545-4E7C-BB07-415907B81122}" dt="2026-10-08T05:23:50.241" v="37" actId="1076"/>
          <ac:spMkLst>
            <pc:docMk/>
            <pc:sldMk cId="477240304" sldId="262"/>
            <ac:spMk id="3" creationId="{4A509954-15F1-0012-6606-46D37DED04DB}"/>
          </ac:spMkLst>
        </pc:spChg>
        <pc:spChg chg="add mod">
          <ac:chgData name="彥輝 李" userId="e3cbf46109976c6d" providerId="LiveId" clId="{4E4CD50A-0545-4E7C-BB07-415907B81122}" dt="2026-10-08T08:17:33.498" v="376" actId="404"/>
          <ac:spMkLst>
            <pc:docMk/>
            <pc:sldMk cId="477240304" sldId="262"/>
            <ac:spMk id="4" creationId="{A65B7891-70E2-F3FE-80B6-443676B42396}"/>
          </ac:spMkLst>
        </pc:spChg>
        <pc:grpChg chg="mod">
          <ac:chgData name="彥輝 李" userId="e3cbf46109976c6d" providerId="LiveId" clId="{4E4CD50A-0545-4E7C-BB07-415907B81122}" dt="2026-10-08T05:23:30.932" v="35" actId="1037"/>
          <ac:grpSpMkLst>
            <pc:docMk/>
            <pc:sldMk cId="477240304" sldId="262"/>
            <ac:grpSpMk id="13" creationId="{CCAD6C91-709B-FE01-242E-957415E47F1D}"/>
          </ac:grpSpMkLst>
        </pc:grpChg>
        <pc:picChg chg="add del">
          <ac:chgData name="彥輝 李" userId="e3cbf46109976c6d" providerId="LiveId" clId="{4E4CD50A-0545-4E7C-BB07-415907B81122}" dt="2026-10-08T05:22:20.629" v="2" actId="478"/>
          <ac:picMkLst>
            <pc:docMk/>
            <pc:sldMk cId="477240304" sldId="262"/>
            <ac:picMk id="6" creationId="{BF42B14D-0989-7B4D-2C47-81D4DB7A234D}"/>
          </ac:picMkLst>
        </pc:picChg>
      </pc:sldChg>
      <pc:sldChg chg="addSp modSp mod">
        <pc:chgData name="彥輝 李" userId="e3cbf46109976c6d" providerId="LiveId" clId="{4E4CD50A-0545-4E7C-BB07-415907B81122}" dt="2026-10-08T08:17:11.168" v="368" actId="403"/>
        <pc:sldMkLst>
          <pc:docMk/>
          <pc:sldMk cId="3131477808" sldId="263"/>
        </pc:sldMkLst>
        <pc:spChg chg="add mod">
          <ac:chgData name="彥輝 李" userId="e3cbf46109976c6d" providerId="LiveId" clId="{4E4CD50A-0545-4E7C-BB07-415907B81122}" dt="2026-10-08T08:17:11.168" v="368" actId="403"/>
          <ac:spMkLst>
            <pc:docMk/>
            <pc:sldMk cId="3131477808" sldId="263"/>
            <ac:spMk id="3" creationId="{35B77A56-097E-3EF7-4BD3-91A09DCB8341}"/>
          </ac:spMkLst>
        </pc:spChg>
      </pc:sldChg>
      <pc:sldChg chg="addSp delSp modSp mod">
        <pc:chgData name="彥輝 李" userId="e3cbf46109976c6d" providerId="LiveId" clId="{4E4CD50A-0545-4E7C-BB07-415907B81122}" dt="2026-10-08T08:17:26.930" v="374" actId="20577"/>
        <pc:sldMkLst>
          <pc:docMk/>
          <pc:sldMk cId="250696725" sldId="264"/>
        </pc:sldMkLst>
        <pc:spChg chg="add del mod">
          <ac:chgData name="彥輝 李" userId="e3cbf46109976c6d" providerId="LiveId" clId="{4E4CD50A-0545-4E7C-BB07-415907B81122}" dt="2026-10-08T05:28:11.669" v="47" actId="21"/>
          <ac:spMkLst>
            <pc:docMk/>
            <pc:sldMk cId="250696725" sldId="264"/>
            <ac:spMk id="3" creationId="{AFB1D038-C00A-2047-BC9A-9D3F8373F75C}"/>
          </ac:spMkLst>
        </pc:spChg>
        <pc:spChg chg="add del mod">
          <ac:chgData name="彥輝 李" userId="e3cbf46109976c6d" providerId="LiveId" clId="{4E4CD50A-0545-4E7C-BB07-415907B81122}" dt="2026-10-08T08:17:24.202" v="372" actId="478"/>
          <ac:spMkLst>
            <pc:docMk/>
            <pc:sldMk cId="250696725" sldId="264"/>
            <ac:spMk id="3" creationId="{FD651820-44A4-133B-F832-A5545F0BFDB3}"/>
          </ac:spMkLst>
        </pc:spChg>
        <pc:spChg chg="add mod">
          <ac:chgData name="彥輝 李" userId="e3cbf46109976c6d" providerId="LiveId" clId="{4E4CD50A-0545-4E7C-BB07-415907B81122}" dt="2026-10-08T08:17:26.930" v="374" actId="20577"/>
          <ac:spMkLst>
            <pc:docMk/>
            <pc:sldMk cId="250696725" sldId="264"/>
            <ac:spMk id="6" creationId="{2295CA1E-0F49-3E71-8FBB-52A11EA0D600}"/>
          </ac:spMkLst>
        </pc:spChg>
      </pc:sldChg>
      <pc:sldChg chg="addSp delSp modSp mod">
        <pc:chgData name="彥輝 李" userId="e3cbf46109976c6d" providerId="LiveId" clId="{4E4CD50A-0545-4E7C-BB07-415907B81122}" dt="2026-10-08T08:17:20.259" v="371" actId="20577"/>
        <pc:sldMkLst>
          <pc:docMk/>
          <pc:sldMk cId="278036701" sldId="265"/>
        </pc:sldMkLst>
        <pc:spChg chg="add mod">
          <ac:chgData name="彥輝 李" userId="e3cbf46109976c6d" providerId="LiveId" clId="{4E4CD50A-0545-4E7C-BB07-415907B81122}" dt="2026-10-08T05:28:36.305" v="52" actId="207"/>
          <ac:spMkLst>
            <pc:docMk/>
            <pc:sldMk cId="278036701" sldId="265"/>
            <ac:spMk id="3" creationId="{6870E843-2421-C999-AC20-16EBF76E6B33}"/>
          </ac:spMkLst>
        </pc:spChg>
        <pc:spChg chg="add del mod">
          <ac:chgData name="彥輝 李" userId="e3cbf46109976c6d" providerId="LiveId" clId="{4E4CD50A-0545-4E7C-BB07-415907B81122}" dt="2026-10-08T08:17:16.583" v="369" actId="478"/>
          <ac:spMkLst>
            <pc:docMk/>
            <pc:sldMk cId="278036701" sldId="265"/>
            <ac:spMk id="4" creationId="{66AF6256-AA2B-9F94-97F1-DF2D1C29AD5A}"/>
          </ac:spMkLst>
        </pc:spChg>
        <pc:spChg chg="add mod">
          <ac:chgData name="彥輝 李" userId="e3cbf46109976c6d" providerId="LiveId" clId="{4E4CD50A-0545-4E7C-BB07-415907B81122}" dt="2026-10-08T08:17:20.259" v="371" actId="20577"/>
          <ac:spMkLst>
            <pc:docMk/>
            <pc:sldMk cId="278036701" sldId="265"/>
            <ac:spMk id="8" creationId="{2DECBDC5-4662-49CD-D321-AEAAEEF1139C}"/>
          </ac:spMkLst>
        </pc:spChg>
      </pc:sldChg>
      <pc:sldChg chg="addSp modSp mod">
        <pc:chgData name="彥輝 李" userId="e3cbf46109976c6d" providerId="LiveId" clId="{4E4CD50A-0545-4E7C-BB07-415907B81122}" dt="2026-10-08T08:13:08.089" v="220" actId="404"/>
        <pc:sldMkLst>
          <pc:docMk/>
          <pc:sldMk cId="2882812274" sldId="266"/>
        </pc:sldMkLst>
        <pc:spChg chg="add mod">
          <ac:chgData name="彥輝 李" userId="e3cbf46109976c6d" providerId="LiveId" clId="{4E4CD50A-0545-4E7C-BB07-415907B81122}" dt="2026-10-08T08:13:08.089" v="220" actId="404"/>
          <ac:spMkLst>
            <pc:docMk/>
            <pc:sldMk cId="2882812274" sldId="266"/>
            <ac:spMk id="3" creationId="{63756E71-9EE4-ED70-9B55-55CF688B13B9}"/>
          </ac:spMkLst>
        </pc:spChg>
      </pc:sldChg>
      <pc:sldChg chg="addSp modSp mod">
        <pc:chgData name="彥輝 李" userId="e3cbf46109976c6d" providerId="LiveId" clId="{4E4CD50A-0545-4E7C-BB07-415907B81122}" dt="2026-10-08T08:13:18.692" v="223" actId="20577"/>
        <pc:sldMkLst>
          <pc:docMk/>
          <pc:sldMk cId="4169786026" sldId="267"/>
        </pc:sldMkLst>
        <pc:spChg chg="add mod">
          <ac:chgData name="彥輝 李" userId="e3cbf46109976c6d" providerId="LiveId" clId="{4E4CD50A-0545-4E7C-BB07-415907B81122}" dt="2026-10-08T08:13:18.692" v="223" actId="20577"/>
          <ac:spMkLst>
            <pc:docMk/>
            <pc:sldMk cId="4169786026" sldId="267"/>
            <ac:spMk id="3" creationId="{BDFA7609-A407-16CF-6AEB-3EABCE92387F}"/>
          </ac:spMkLst>
        </pc:spChg>
      </pc:sldChg>
      <pc:sldChg chg="addSp modSp mod">
        <pc:chgData name="彥輝 李" userId="e3cbf46109976c6d" providerId="LiveId" clId="{4E4CD50A-0545-4E7C-BB07-415907B81122}" dt="2026-10-08T08:13:23.208" v="226" actId="20577"/>
        <pc:sldMkLst>
          <pc:docMk/>
          <pc:sldMk cId="841804522" sldId="268"/>
        </pc:sldMkLst>
        <pc:spChg chg="add mod">
          <ac:chgData name="彥輝 李" userId="e3cbf46109976c6d" providerId="LiveId" clId="{4E4CD50A-0545-4E7C-BB07-415907B81122}" dt="2026-10-08T08:13:23.208" v="226" actId="20577"/>
          <ac:spMkLst>
            <pc:docMk/>
            <pc:sldMk cId="841804522" sldId="268"/>
            <ac:spMk id="4" creationId="{3B033BEA-B793-C1C0-4C59-E91DA7EAF2AE}"/>
          </ac:spMkLst>
        </pc:spChg>
      </pc:sldChg>
      <pc:sldChg chg="addSp modSp mod">
        <pc:chgData name="彥輝 李" userId="e3cbf46109976c6d" providerId="LiveId" clId="{4E4CD50A-0545-4E7C-BB07-415907B81122}" dt="2026-10-08T08:13:27.176" v="229" actId="20577"/>
        <pc:sldMkLst>
          <pc:docMk/>
          <pc:sldMk cId="127618667" sldId="269"/>
        </pc:sldMkLst>
        <pc:spChg chg="add mod">
          <ac:chgData name="彥輝 李" userId="e3cbf46109976c6d" providerId="LiveId" clId="{4E4CD50A-0545-4E7C-BB07-415907B81122}" dt="2026-10-08T08:13:27.176" v="229" actId="20577"/>
          <ac:spMkLst>
            <pc:docMk/>
            <pc:sldMk cId="127618667" sldId="269"/>
            <ac:spMk id="3" creationId="{501B9621-CBE4-D794-927C-8E6324E6D2BA}"/>
          </ac:spMkLst>
        </pc:spChg>
      </pc:sldChg>
      <pc:sldChg chg="addSp modSp mod">
        <pc:chgData name="彥輝 李" userId="e3cbf46109976c6d" providerId="LiveId" clId="{4E4CD50A-0545-4E7C-BB07-415907B81122}" dt="2026-10-08T08:13:33.932" v="232" actId="20577"/>
        <pc:sldMkLst>
          <pc:docMk/>
          <pc:sldMk cId="4039853" sldId="270"/>
        </pc:sldMkLst>
        <pc:spChg chg="add mod">
          <ac:chgData name="彥輝 李" userId="e3cbf46109976c6d" providerId="LiveId" clId="{4E4CD50A-0545-4E7C-BB07-415907B81122}" dt="2026-10-08T08:13:33.932" v="232" actId="20577"/>
          <ac:spMkLst>
            <pc:docMk/>
            <pc:sldMk cId="4039853" sldId="270"/>
            <ac:spMk id="4" creationId="{569FD848-F76A-FEE0-0641-E81004548A6F}"/>
          </ac:spMkLst>
        </pc:spChg>
      </pc:sldChg>
      <pc:sldChg chg="addSp modSp mod">
        <pc:chgData name="彥輝 李" userId="e3cbf46109976c6d" providerId="LiveId" clId="{4E4CD50A-0545-4E7C-BB07-415907B81122}" dt="2026-10-08T08:13:45.844" v="235" actId="20577"/>
        <pc:sldMkLst>
          <pc:docMk/>
          <pc:sldMk cId="2529119300" sldId="271"/>
        </pc:sldMkLst>
        <pc:spChg chg="add mod">
          <ac:chgData name="彥輝 李" userId="e3cbf46109976c6d" providerId="LiveId" clId="{4E4CD50A-0545-4E7C-BB07-415907B81122}" dt="2026-10-08T08:13:45.844" v="235" actId="20577"/>
          <ac:spMkLst>
            <pc:docMk/>
            <pc:sldMk cId="2529119300" sldId="271"/>
            <ac:spMk id="3" creationId="{38A67133-EF35-9723-05D9-BABD666ABAB1}"/>
          </ac:spMkLst>
        </pc:spChg>
      </pc:sldChg>
      <pc:sldChg chg="addSp modSp mod">
        <pc:chgData name="彥輝 李" userId="e3cbf46109976c6d" providerId="LiveId" clId="{4E4CD50A-0545-4E7C-BB07-415907B81122}" dt="2026-10-08T08:13:50.036" v="238" actId="20577"/>
        <pc:sldMkLst>
          <pc:docMk/>
          <pc:sldMk cId="298518917" sldId="272"/>
        </pc:sldMkLst>
        <pc:spChg chg="add mod">
          <ac:chgData name="彥輝 李" userId="e3cbf46109976c6d" providerId="LiveId" clId="{4E4CD50A-0545-4E7C-BB07-415907B81122}" dt="2026-10-08T08:13:50.036" v="238" actId="20577"/>
          <ac:spMkLst>
            <pc:docMk/>
            <pc:sldMk cId="298518917" sldId="272"/>
            <ac:spMk id="3" creationId="{F4CBDF13-B0DA-FD80-F48B-FF8BAE17851B}"/>
          </ac:spMkLst>
        </pc:spChg>
      </pc:sldChg>
      <pc:sldChg chg="addSp modSp mod">
        <pc:chgData name="彥輝 李" userId="e3cbf46109976c6d" providerId="LiveId" clId="{4E4CD50A-0545-4E7C-BB07-415907B81122}" dt="2026-10-08T08:13:54.916" v="241" actId="20577"/>
        <pc:sldMkLst>
          <pc:docMk/>
          <pc:sldMk cId="2941386132" sldId="273"/>
        </pc:sldMkLst>
        <pc:spChg chg="add mod">
          <ac:chgData name="彥輝 李" userId="e3cbf46109976c6d" providerId="LiveId" clId="{4E4CD50A-0545-4E7C-BB07-415907B81122}" dt="2026-10-08T08:13:54.916" v="241" actId="20577"/>
          <ac:spMkLst>
            <pc:docMk/>
            <pc:sldMk cId="2941386132" sldId="273"/>
            <ac:spMk id="4" creationId="{6639392E-43C9-0FAC-44C8-0525643A930F}"/>
          </ac:spMkLst>
        </pc:spChg>
      </pc:sldChg>
      <pc:sldChg chg="addSp modSp mod">
        <pc:chgData name="彥輝 李" userId="e3cbf46109976c6d" providerId="LiveId" clId="{4E4CD50A-0545-4E7C-BB07-415907B81122}" dt="2026-10-08T08:13:59.229" v="244" actId="20577"/>
        <pc:sldMkLst>
          <pc:docMk/>
          <pc:sldMk cId="263970320" sldId="274"/>
        </pc:sldMkLst>
        <pc:spChg chg="add mod">
          <ac:chgData name="彥輝 李" userId="e3cbf46109976c6d" providerId="LiveId" clId="{4E4CD50A-0545-4E7C-BB07-415907B81122}" dt="2026-10-08T08:13:59.229" v="244" actId="20577"/>
          <ac:spMkLst>
            <pc:docMk/>
            <pc:sldMk cId="263970320" sldId="274"/>
            <ac:spMk id="3" creationId="{6D845662-83F5-AE82-2CF4-83C6AD25C353}"/>
          </ac:spMkLst>
        </pc:spChg>
      </pc:sldChg>
      <pc:sldChg chg="addSp modSp mod">
        <pc:chgData name="彥輝 李" userId="e3cbf46109976c6d" providerId="LiveId" clId="{4E4CD50A-0545-4E7C-BB07-415907B81122}" dt="2026-10-08T08:14:03.231" v="247" actId="20577"/>
        <pc:sldMkLst>
          <pc:docMk/>
          <pc:sldMk cId="779307347" sldId="275"/>
        </pc:sldMkLst>
        <pc:spChg chg="add mod">
          <ac:chgData name="彥輝 李" userId="e3cbf46109976c6d" providerId="LiveId" clId="{4E4CD50A-0545-4E7C-BB07-415907B81122}" dt="2026-10-08T08:14:03.231" v="247" actId="20577"/>
          <ac:spMkLst>
            <pc:docMk/>
            <pc:sldMk cId="779307347" sldId="275"/>
            <ac:spMk id="4" creationId="{28A6F153-7A57-AA73-12FD-32CEBAC6F8B1}"/>
          </ac:spMkLst>
        </pc:spChg>
      </pc:sldChg>
      <pc:sldChg chg="addSp modSp mod">
        <pc:chgData name="彥輝 李" userId="e3cbf46109976c6d" providerId="LiveId" clId="{4E4CD50A-0545-4E7C-BB07-415907B81122}" dt="2026-10-08T08:14:13.578" v="270" actId="1036"/>
        <pc:sldMkLst>
          <pc:docMk/>
          <pc:sldMk cId="1226519221" sldId="276"/>
        </pc:sldMkLst>
        <pc:spChg chg="add mod">
          <ac:chgData name="彥輝 李" userId="e3cbf46109976c6d" providerId="LiveId" clId="{4E4CD50A-0545-4E7C-BB07-415907B81122}" dt="2026-10-08T08:14:07.629" v="250" actId="20577"/>
          <ac:spMkLst>
            <pc:docMk/>
            <pc:sldMk cId="1226519221" sldId="276"/>
            <ac:spMk id="3" creationId="{B728E90B-9451-3877-43D9-14B68194CCF0}"/>
          </ac:spMkLst>
        </pc:spChg>
        <pc:spChg chg="mod">
          <ac:chgData name="彥輝 李" userId="e3cbf46109976c6d" providerId="LiveId" clId="{4E4CD50A-0545-4E7C-BB07-415907B81122}" dt="2026-10-08T08:14:13.578" v="270" actId="1036"/>
          <ac:spMkLst>
            <pc:docMk/>
            <pc:sldMk cId="1226519221" sldId="276"/>
            <ac:spMk id="16" creationId="{D4873F42-ED82-3683-2BF3-F7CFD0AC62C8}"/>
          </ac:spMkLst>
        </pc:spChg>
      </pc:sldChg>
      <pc:sldChg chg="addSp modSp mod">
        <pc:chgData name="彥輝 李" userId="e3cbf46109976c6d" providerId="LiveId" clId="{4E4CD50A-0545-4E7C-BB07-415907B81122}" dt="2026-10-08T08:14:22.580" v="281" actId="1036"/>
        <pc:sldMkLst>
          <pc:docMk/>
          <pc:sldMk cId="1429042174" sldId="277"/>
        </pc:sldMkLst>
        <pc:spChg chg="add mod">
          <ac:chgData name="彥輝 李" userId="e3cbf46109976c6d" providerId="LiveId" clId="{4E4CD50A-0545-4E7C-BB07-415907B81122}" dt="2026-10-08T08:14:18.611" v="273" actId="20577"/>
          <ac:spMkLst>
            <pc:docMk/>
            <pc:sldMk cId="1429042174" sldId="277"/>
            <ac:spMk id="7" creationId="{899C8688-39A1-89A1-0B40-274D881335F7}"/>
          </ac:spMkLst>
        </pc:spChg>
        <pc:spChg chg="mod">
          <ac:chgData name="彥輝 李" userId="e3cbf46109976c6d" providerId="LiveId" clId="{4E4CD50A-0545-4E7C-BB07-415907B81122}" dt="2026-10-08T08:14:22.580" v="281" actId="1036"/>
          <ac:spMkLst>
            <pc:docMk/>
            <pc:sldMk cId="1429042174" sldId="277"/>
            <ac:spMk id="9" creationId="{2CDE2A72-B623-AB05-879D-BB3E7892522F}"/>
          </ac:spMkLst>
        </pc:spChg>
      </pc:sldChg>
      <pc:sldChg chg="addSp modSp mod">
        <pc:chgData name="彥輝 李" userId="e3cbf46109976c6d" providerId="LiveId" clId="{4E4CD50A-0545-4E7C-BB07-415907B81122}" dt="2026-10-08T08:14:51.538" v="292" actId="1035"/>
        <pc:sldMkLst>
          <pc:docMk/>
          <pc:sldMk cId="3709882231" sldId="278"/>
        </pc:sldMkLst>
        <pc:spChg chg="add mod">
          <ac:chgData name="彥輝 李" userId="e3cbf46109976c6d" providerId="LiveId" clId="{4E4CD50A-0545-4E7C-BB07-415907B81122}" dt="2026-10-08T08:14:33.257" v="284" actId="20577"/>
          <ac:spMkLst>
            <pc:docMk/>
            <pc:sldMk cId="3709882231" sldId="278"/>
            <ac:spMk id="3" creationId="{4140FD89-C3BC-30FC-51E3-6AB9756540D9}"/>
          </ac:spMkLst>
        </pc:spChg>
        <pc:spChg chg="mod">
          <ac:chgData name="彥輝 李" userId="e3cbf46109976c6d" providerId="LiveId" clId="{4E4CD50A-0545-4E7C-BB07-415907B81122}" dt="2026-10-08T08:14:51.538" v="292" actId="1035"/>
          <ac:spMkLst>
            <pc:docMk/>
            <pc:sldMk cId="3709882231" sldId="278"/>
            <ac:spMk id="10" creationId="{8F1F24C6-206F-A994-D8E8-013EB709DA4A}"/>
          </ac:spMkLst>
        </pc:spChg>
      </pc:sldChg>
      <pc:sldChg chg="addSp modSp mod">
        <pc:chgData name="彥輝 李" userId="e3cbf46109976c6d" providerId="LiveId" clId="{4E4CD50A-0545-4E7C-BB07-415907B81122}" dt="2026-10-08T08:15:11.873" v="303" actId="1035"/>
        <pc:sldMkLst>
          <pc:docMk/>
          <pc:sldMk cId="1507323404" sldId="279"/>
        </pc:sldMkLst>
        <pc:spChg chg="add mod">
          <ac:chgData name="彥輝 李" userId="e3cbf46109976c6d" providerId="LiveId" clId="{4E4CD50A-0545-4E7C-BB07-415907B81122}" dt="2026-10-08T08:15:05.660" v="298" actId="20577"/>
          <ac:spMkLst>
            <pc:docMk/>
            <pc:sldMk cId="1507323404" sldId="279"/>
            <ac:spMk id="3" creationId="{0D8550E7-CCD8-4EC4-E4B8-141AF729A09D}"/>
          </ac:spMkLst>
        </pc:spChg>
        <pc:spChg chg="mod">
          <ac:chgData name="彥輝 李" userId="e3cbf46109976c6d" providerId="LiveId" clId="{4E4CD50A-0545-4E7C-BB07-415907B81122}" dt="2026-10-08T08:15:11.873" v="303" actId="1035"/>
          <ac:spMkLst>
            <pc:docMk/>
            <pc:sldMk cId="1507323404" sldId="279"/>
            <ac:spMk id="9" creationId="{CD260F3C-A4D8-0001-56CD-48CFF5AFD2BB}"/>
          </ac:spMkLst>
        </pc:spChg>
      </pc:sldChg>
      <pc:sldChg chg="addSp modSp mod">
        <pc:chgData name="彥輝 李" userId="e3cbf46109976c6d" providerId="LiveId" clId="{4E4CD50A-0545-4E7C-BB07-415907B81122}" dt="2026-10-08T08:15:23.960" v="312" actId="1035"/>
        <pc:sldMkLst>
          <pc:docMk/>
          <pc:sldMk cId="2414072862" sldId="280"/>
        </pc:sldMkLst>
        <pc:spChg chg="add mod">
          <ac:chgData name="彥輝 李" userId="e3cbf46109976c6d" providerId="LiveId" clId="{4E4CD50A-0545-4E7C-BB07-415907B81122}" dt="2026-10-08T08:15:20.471" v="306" actId="20577"/>
          <ac:spMkLst>
            <pc:docMk/>
            <pc:sldMk cId="2414072862" sldId="280"/>
            <ac:spMk id="4" creationId="{92021C86-DE96-8B36-2F7E-32782D923AF9}"/>
          </ac:spMkLst>
        </pc:spChg>
        <pc:spChg chg="mod">
          <ac:chgData name="彥輝 李" userId="e3cbf46109976c6d" providerId="LiveId" clId="{4E4CD50A-0545-4E7C-BB07-415907B81122}" dt="2026-10-08T08:15:23.960" v="312" actId="1035"/>
          <ac:spMkLst>
            <pc:docMk/>
            <pc:sldMk cId="2414072862" sldId="280"/>
            <ac:spMk id="9" creationId="{63EE57E2-2C95-30D9-864D-51BC56CFC8DC}"/>
          </ac:spMkLst>
        </pc:spChg>
      </pc:sldChg>
      <pc:sldChg chg="addSp modSp mod">
        <pc:chgData name="彥輝 李" userId="e3cbf46109976c6d" providerId="LiveId" clId="{4E4CD50A-0545-4E7C-BB07-415907B81122}" dt="2026-10-08T08:15:34.246" v="321" actId="20577"/>
        <pc:sldMkLst>
          <pc:docMk/>
          <pc:sldMk cId="2403900416" sldId="281"/>
        </pc:sldMkLst>
        <pc:spChg chg="add mod">
          <ac:chgData name="彥輝 李" userId="e3cbf46109976c6d" providerId="LiveId" clId="{4E4CD50A-0545-4E7C-BB07-415907B81122}" dt="2026-10-08T08:15:34.246" v="321" actId="20577"/>
          <ac:spMkLst>
            <pc:docMk/>
            <pc:sldMk cId="2403900416" sldId="281"/>
            <ac:spMk id="3" creationId="{751BFEE4-1564-3328-3E4A-A9B557C70F66}"/>
          </ac:spMkLst>
        </pc:spChg>
        <pc:spChg chg="mod">
          <ac:chgData name="彥輝 李" userId="e3cbf46109976c6d" providerId="LiveId" clId="{4E4CD50A-0545-4E7C-BB07-415907B81122}" dt="2026-10-08T08:15:31.403" v="319" actId="1035"/>
          <ac:spMkLst>
            <pc:docMk/>
            <pc:sldMk cId="2403900416" sldId="281"/>
            <ac:spMk id="9" creationId="{124E57D9-34BA-2988-F537-5D02CCE6A53A}"/>
          </ac:spMkLst>
        </pc:spChg>
      </pc:sldChg>
      <pc:sldChg chg="addSp modSp mod">
        <pc:chgData name="彥輝 李" userId="e3cbf46109976c6d" providerId="LiveId" clId="{4E4CD50A-0545-4E7C-BB07-415907B81122}" dt="2026-10-08T08:15:40.441" v="324" actId="20577"/>
        <pc:sldMkLst>
          <pc:docMk/>
          <pc:sldMk cId="2316426713" sldId="282"/>
        </pc:sldMkLst>
        <pc:spChg chg="add mod">
          <ac:chgData name="彥輝 李" userId="e3cbf46109976c6d" providerId="LiveId" clId="{4E4CD50A-0545-4E7C-BB07-415907B81122}" dt="2026-10-08T08:15:40.441" v="324" actId="20577"/>
          <ac:spMkLst>
            <pc:docMk/>
            <pc:sldMk cId="2316426713" sldId="282"/>
            <ac:spMk id="4" creationId="{4B0515CB-C704-DF1E-3643-6B88EFC4599B}"/>
          </ac:spMkLst>
        </pc:spChg>
      </pc:sldChg>
      <pc:sldChg chg="addSp modSp mod">
        <pc:chgData name="彥輝 李" userId="e3cbf46109976c6d" providerId="LiveId" clId="{4E4CD50A-0545-4E7C-BB07-415907B81122}" dt="2026-10-08T08:15:45.510" v="327" actId="20577"/>
        <pc:sldMkLst>
          <pc:docMk/>
          <pc:sldMk cId="430335256" sldId="283"/>
        </pc:sldMkLst>
        <pc:spChg chg="add mod">
          <ac:chgData name="彥輝 李" userId="e3cbf46109976c6d" providerId="LiveId" clId="{4E4CD50A-0545-4E7C-BB07-415907B81122}" dt="2026-10-08T08:15:45.510" v="327" actId="20577"/>
          <ac:spMkLst>
            <pc:docMk/>
            <pc:sldMk cId="430335256" sldId="283"/>
            <ac:spMk id="3" creationId="{980C2E9D-55B5-4B1B-E24B-FB22F01744B8}"/>
          </ac:spMkLst>
        </pc:spChg>
      </pc:sldChg>
      <pc:sldChg chg="addSp modSp mod">
        <pc:chgData name="彥輝 李" userId="e3cbf46109976c6d" providerId="LiveId" clId="{4E4CD50A-0545-4E7C-BB07-415907B81122}" dt="2026-10-08T08:15:53.989" v="332" actId="20577"/>
        <pc:sldMkLst>
          <pc:docMk/>
          <pc:sldMk cId="553474186" sldId="284"/>
        </pc:sldMkLst>
        <pc:spChg chg="add mod">
          <ac:chgData name="彥輝 李" userId="e3cbf46109976c6d" providerId="LiveId" clId="{4E4CD50A-0545-4E7C-BB07-415907B81122}" dt="2026-10-08T08:15:53.989" v="332" actId="20577"/>
          <ac:spMkLst>
            <pc:docMk/>
            <pc:sldMk cId="553474186" sldId="284"/>
            <ac:spMk id="5" creationId="{D6EE3914-5AEC-70E7-8C09-FDA8F0A640E6}"/>
          </ac:spMkLst>
        </pc:spChg>
      </pc:sldChg>
      <pc:sldChg chg="addSp modSp mod">
        <pc:chgData name="彥輝 李" userId="e3cbf46109976c6d" providerId="LiveId" clId="{4E4CD50A-0545-4E7C-BB07-415907B81122}" dt="2026-10-08T08:15:58.629" v="335" actId="20577"/>
        <pc:sldMkLst>
          <pc:docMk/>
          <pc:sldMk cId="3062909606" sldId="285"/>
        </pc:sldMkLst>
        <pc:spChg chg="add mod">
          <ac:chgData name="彥輝 李" userId="e3cbf46109976c6d" providerId="LiveId" clId="{4E4CD50A-0545-4E7C-BB07-415907B81122}" dt="2026-10-08T08:15:58.629" v="335" actId="20577"/>
          <ac:spMkLst>
            <pc:docMk/>
            <pc:sldMk cId="3062909606" sldId="285"/>
            <ac:spMk id="3" creationId="{9F67ED17-80ED-EE6F-1572-85574950250B}"/>
          </ac:spMkLst>
        </pc:spChg>
      </pc:sldChg>
      <pc:sldChg chg="addSp modSp mod">
        <pc:chgData name="彥輝 李" userId="e3cbf46109976c6d" providerId="LiveId" clId="{4E4CD50A-0545-4E7C-BB07-415907B81122}" dt="2026-10-08T08:16:32.625" v="356" actId="20577"/>
        <pc:sldMkLst>
          <pc:docMk/>
          <pc:sldMk cId="594783635" sldId="286"/>
        </pc:sldMkLst>
        <pc:spChg chg="add mod">
          <ac:chgData name="彥輝 李" userId="e3cbf46109976c6d" providerId="LiveId" clId="{4E4CD50A-0545-4E7C-BB07-415907B81122}" dt="2026-10-08T08:16:32.625" v="356" actId="20577"/>
          <ac:spMkLst>
            <pc:docMk/>
            <pc:sldMk cId="594783635" sldId="286"/>
            <ac:spMk id="4" creationId="{5D4A9739-010C-D149-7619-318EA4CFAD02}"/>
          </ac:spMkLst>
        </pc:spChg>
        <pc:spChg chg="mod">
          <ac:chgData name="彥輝 李" userId="e3cbf46109976c6d" providerId="LiveId" clId="{4E4CD50A-0545-4E7C-BB07-415907B81122}" dt="2026-10-08T06:59:50.407" v="63" actId="20577"/>
          <ac:spMkLst>
            <pc:docMk/>
            <pc:sldMk cId="594783635" sldId="286"/>
            <ac:spMk id="5" creationId="{CF4B28C6-723D-A2C1-E66A-778A84936F0C}"/>
          </ac:spMkLst>
        </pc:spChg>
      </pc:sldChg>
      <pc:sldChg chg="addSp modSp mod">
        <pc:chgData name="彥輝 李" userId="e3cbf46109976c6d" providerId="LiveId" clId="{4E4CD50A-0545-4E7C-BB07-415907B81122}" dt="2026-10-08T08:16:37.620" v="359" actId="20577"/>
        <pc:sldMkLst>
          <pc:docMk/>
          <pc:sldMk cId="3162485943" sldId="287"/>
        </pc:sldMkLst>
        <pc:spChg chg="add mod">
          <ac:chgData name="彥輝 李" userId="e3cbf46109976c6d" providerId="LiveId" clId="{4E4CD50A-0545-4E7C-BB07-415907B81122}" dt="2026-10-08T08:16:37.620" v="359" actId="20577"/>
          <ac:spMkLst>
            <pc:docMk/>
            <pc:sldMk cId="3162485943" sldId="287"/>
            <ac:spMk id="3" creationId="{808DE8A9-FED8-A02D-051D-6529586DAD37}"/>
          </ac:spMkLst>
        </pc:spChg>
        <pc:spChg chg="mod">
          <ac:chgData name="彥輝 李" userId="e3cbf46109976c6d" providerId="LiveId" clId="{4E4CD50A-0545-4E7C-BB07-415907B81122}" dt="2026-10-08T06:59:54.698" v="67" actId="20577"/>
          <ac:spMkLst>
            <pc:docMk/>
            <pc:sldMk cId="3162485943" sldId="287"/>
            <ac:spMk id="5" creationId="{43486541-D9F3-7D0E-75A0-EBED965CC831}"/>
          </ac:spMkLst>
        </pc:spChg>
      </pc:sldChg>
      <pc:sldChg chg="addSp modSp mod">
        <pc:chgData name="彥輝 李" userId="e3cbf46109976c6d" providerId="LiveId" clId="{4E4CD50A-0545-4E7C-BB07-415907B81122}" dt="2026-10-08T08:16:45.850" v="362" actId="20577"/>
        <pc:sldMkLst>
          <pc:docMk/>
          <pc:sldMk cId="542090594" sldId="288"/>
        </pc:sldMkLst>
        <pc:spChg chg="mod">
          <ac:chgData name="彥輝 李" userId="e3cbf46109976c6d" providerId="LiveId" clId="{4E4CD50A-0545-4E7C-BB07-415907B81122}" dt="2026-10-08T06:59:59.873" v="71" actId="20577"/>
          <ac:spMkLst>
            <pc:docMk/>
            <pc:sldMk cId="542090594" sldId="288"/>
            <ac:spMk id="5" creationId="{E55BF6F9-F83D-44D1-3C7F-C074F2D9CD3F}"/>
          </ac:spMkLst>
        </pc:spChg>
        <pc:spChg chg="add mod">
          <ac:chgData name="彥輝 李" userId="e3cbf46109976c6d" providerId="LiveId" clId="{4E4CD50A-0545-4E7C-BB07-415907B81122}" dt="2026-10-08T08:16:45.850" v="362" actId="20577"/>
          <ac:spMkLst>
            <pc:docMk/>
            <pc:sldMk cId="542090594" sldId="288"/>
            <ac:spMk id="7" creationId="{DE924B32-2CC0-F1F0-A35F-BD2CF13539D9}"/>
          </ac:spMkLst>
        </pc:spChg>
        <pc:picChg chg="add mod">
          <ac:chgData name="彥輝 李" userId="e3cbf46109976c6d" providerId="LiveId" clId="{4E4CD50A-0545-4E7C-BB07-415907B81122}" dt="2026-10-08T07:00:17.231" v="78" actId="1035"/>
          <ac:picMkLst>
            <pc:docMk/>
            <pc:sldMk cId="542090594" sldId="288"/>
            <ac:picMk id="2" creationId="{4AC08354-8D95-9A7B-0673-6982BC756488}"/>
          </ac:picMkLst>
        </pc:picChg>
      </pc:sldChg>
      <pc:sldChg chg="addSp delSp modSp add mod">
        <pc:chgData name="彥輝 李" userId="e3cbf46109976c6d" providerId="LiveId" clId="{4E4CD50A-0545-4E7C-BB07-415907B81122}" dt="2026-10-08T08:16:07.797" v="338" actId="20577"/>
        <pc:sldMkLst>
          <pc:docMk/>
          <pc:sldMk cId="2980084763" sldId="290"/>
        </pc:sldMkLst>
        <pc:spChg chg="add mod">
          <ac:chgData name="彥輝 李" userId="e3cbf46109976c6d" providerId="LiveId" clId="{4E4CD50A-0545-4E7C-BB07-415907B81122}" dt="2026-10-08T07:10:49.556" v="189" actId="6549"/>
          <ac:spMkLst>
            <pc:docMk/>
            <pc:sldMk cId="2980084763" sldId="290"/>
            <ac:spMk id="3" creationId="{88F23E72-A148-73BE-CD72-EAC7CEB834CC}"/>
          </ac:spMkLst>
        </pc:spChg>
        <pc:spChg chg="add mod">
          <ac:chgData name="彥輝 李" userId="e3cbf46109976c6d" providerId="LiveId" clId="{4E4CD50A-0545-4E7C-BB07-415907B81122}" dt="2026-10-08T08:16:07.797" v="338" actId="20577"/>
          <ac:spMkLst>
            <pc:docMk/>
            <pc:sldMk cId="2980084763" sldId="290"/>
            <ac:spMk id="4" creationId="{D70327C0-489F-660A-D5C3-5C19592B4412}"/>
          </ac:spMkLst>
        </pc:spChg>
        <pc:spChg chg="mod">
          <ac:chgData name="彥輝 李" userId="e3cbf46109976c6d" providerId="LiveId" clId="{4E4CD50A-0545-4E7C-BB07-415907B81122}" dt="2026-10-08T06:59:44.699" v="59" actId="20577"/>
          <ac:spMkLst>
            <pc:docMk/>
            <pc:sldMk cId="2980084763" sldId="290"/>
            <ac:spMk id="5" creationId="{8F5BE4B7-9A07-893F-098A-55640963A83E}"/>
          </ac:spMkLst>
        </pc:spChg>
        <pc:spChg chg="del">
          <ac:chgData name="彥輝 李" userId="e3cbf46109976c6d" providerId="LiveId" clId="{4E4CD50A-0545-4E7C-BB07-415907B81122}" dt="2026-10-08T07:00:27.845" v="80" actId="478"/>
          <ac:spMkLst>
            <pc:docMk/>
            <pc:sldMk cId="2980084763" sldId="290"/>
            <ac:spMk id="8" creationId="{C94CF478-79E5-658C-1C00-AF5DAFF98ED6}"/>
          </ac:spMkLst>
        </pc:spChg>
        <pc:spChg chg="del">
          <ac:chgData name="彥輝 李" userId="e3cbf46109976c6d" providerId="LiveId" clId="{4E4CD50A-0545-4E7C-BB07-415907B81122}" dt="2026-10-08T07:00:29.398" v="82" actId="478"/>
          <ac:spMkLst>
            <pc:docMk/>
            <pc:sldMk cId="2980084763" sldId="290"/>
            <ac:spMk id="15" creationId="{DE042FF8-BB3E-D37B-2744-9F45E77D1B7C}"/>
          </ac:spMkLst>
        </pc:spChg>
        <pc:picChg chg="del">
          <ac:chgData name="彥輝 李" userId="e3cbf46109976c6d" providerId="LiveId" clId="{4E4CD50A-0545-4E7C-BB07-415907B81122}" dt="2026-10-08T07:00:25.182" v="79" actId="478"/>
          <ac:picMkLst>
            <pc:docMk/>
            <pc:sldMk cId="2980084763" sldId="290"/>
            <ac:picMk id="4" creationId="{6B513C3D-8053-2E9B-FF78-591E994BE05A}"/>
          </ac:picMkLst>
        </pc:picChg>
        <pc:picChg chg="del">
          <ac:chgData name="彥輝 李" userId="e3cbf46109976c6d" providerId="LiveId" clId="{4E4CD50A-0545-4E7C-BB07-415907B81122}" dt="2026-10-08T07:00:28.430" v="81" actId="478"/>
          <ac:picMkLst>
            <pc:docMk/>
            <pc:sldMk cId="2980084763" sldId="290"/>
            <ac:picMk id="13" creationId="{FFFEE830-D934-12F4-F909-2FAB480E21F2}"/>
          </ac:picMkLst>
        </pc:picChg>
      </pc:sldChg>
      <pc:sldChg chg="addSp modSp add mod">
        <pc:chgData name="彥輝 李" userId="e3cbf46109976c6d" providerId="LiveId" clId="{4E4CD50A-0545-4E7C-BB07-415907B81122}" dt="2026-10-08T08:16:12.584" v="341" actId="20577"/>
        <pc:sldMkLst>
          <pc:docMk/>
          <pc:sldMk cId="74978891" sldId="291"/>
        </pc:sldMkLst>
        <pc:spChg chg="add mod">
          <ac:chgData name="彥輝 李" userId="e3cbf46109976c6d" providerId="LiveId" clId="{4E4CD50A-0545-4E7C-BB07-415907B81122}" dt="2026-10-08T07:08:30.125" v="164" actId="948"/>
          <ac:spMkLst>
            <pc:docMk/>
            <pc:sldMk cId="74978891" sldId="291"/>
            <ac:spMk id="3" creationId="{1179A8EC-B670-51F5-3304-3A9B90489BBE}"/>
          </ac:spMkLst>
        </pc:spChg>
        <pc:spChg chg="add mod">
          <ac:chgData name="彥輝 李" userId="e3cbf46109976c6d" providerId="LiveId" clId="{4E4CD50A-0545-4E7C-BB07-415907B81122}" dt="2026-10-08T08:16:12.584" v="341" actId="20577"/>
          <ac:spMkLst>
            <pc:docMk/>
            <pc:sldMk cId="74978891" sldId="291"/>
            <ac:spMk id="4" creationId="{FD749068-4C60-B2A8-A638-4D2BBBF5B6B2}"/>
          </ac:spMkLst>
        </pc:spChg>
      </pc:sldChg>
      <pc:sldChg chg="addSp modSp add mod">
        <pc:chgData name="彥輝 李" userId="e3cbf46109976c6d" providerId="LiveId" clId="{4E4CD50A-0545-4E7C-BB07-415907B81122}" dt="2026-10-08T08:16:16.143" v="344" actId="20577"/>
        <pc:sldMkLst>
          <pc:docMk/>
          <pc:sldMk cId="2137275848" sldId="292"/>
        </pc:sldMkLst>
        <pc:spChg chg="add mod">
          <ac:chgData name="彥輝 李" userId="e3cbf46109976c6d" providerId="LiveId" clId="{4E4CD50A-0545-4E7C-BB07-415907B81122}" dt="2026-10-08T07:06:21.545" v="145" actId="207"/>
          <ac:spMkLst>
            <pc:docMk/>
            <pc:sldMk cId="2137275848" sldId="292"/>
            <ac:spMk id="3" creationId="{B65265AF-75E9-789F-5FD2-3A91DCE2CF59}"/>
          </ac:spMkLst>
        </pc:spChg>
        <pc:spChg chg="add mod">
          <ac:chgData name="彥輝 李" userId="e3cbf46109976c6d" providerId="LiveId" clId="{4E4CD50A-0545-4E7C-BB07-415907B81122}" dt="2026-10-08T08:16:16.143" v="344" actId="20577"/>
          <ac:spMkLst>
            <pc:docMk/>
            <pc:sldMk cId="2137275848" sldId="292"/>
            <ac:spMk id="4" creationId="{EB1C6EAA-5DEF-30A6-D2EC-F331AC0EBA93}"/>
          </ac:spMkLst>
        </pc:spChg>
      </pc:sldChg>
      <pc:sldChg chg="addSp modSp add mod">
        <pc:chgData name="彥輝 李" userId="e3cbf46109976c6d" providerId="LiveId" clId="{4E4CD50A-0545-4E7C-BB07-415907B81122}" dt="2026-10-08T08:16:20.461" v="347" actId="20577"/>
        <pc:sldMkLst>
          <pc:docMk/>
          <pc:sldMk cId="3011359266" sldId="293"/>
        </pc:sldMkLst>
        <pc:spChg chg="add mod">
          <ac:chgData name="彥輝 李" userId="e3cbf46109976c6d" providerId="LiveId" clId="{4E4CD50A-0545-4E7C-BB07-415907B81122}" dt="2026-10-08T07:08:48.101" v="166" actId="948"/>
          <ac:spMkLst>
            <pc:docMk/>
            <pc:sldMk cId="3011359266" sldId="293"/>
            <ac:spMk id="3" creationId="{D2A78F40-9A4C-3106-44C7-27381AD78E96}"/>
          </ac:spMkLst>
        </pc:spChg>
        <pc:spChg chg="add mod">
          <ac:chgData name="彥輝 李" userId="e3cbf46109976c6d" providerId="LiveId" clId="{4E4CD50A-0545-4E7C-BB07-415907B81122}" dt="2026-10-08T08:16:20.461" v="347" actId="20577"/>
          <ac:spMkLst>
            <pc:docMk/>
            <pc:sldMk cId="3011359266" sldId="293"/>
            <ac:spMk id="4" creationId="{26283E40-2A92-92DB-336C-A269E078D514}"/>
          </ac:spMkLst>
        </pc:spChg>
      </pc:sldChg>
      <pc:sldChg chg="addSp modSp add mod">
        <pc:chgData name="彥輝 李" userId="e3cbf46109976c6d" providerId="LiveId" clId="{4E4CD50A-0545-4E7C-BB07-415907B81122}" dt="2026-10-08T08:16:24.602" v="350" actId="20577"/>
        <pc:sldMkLst>
          <pc:docMk/>
          <pc:sldMk cId="1321074218" sldId="294"/>
        </pc:sldMkLst>
        <pc:spChg chg="add mod">
          <ac:chgData name="彥輝 李" userId="e3cbf46109976c6d" providerId="LiveId" clId="{4E4CD50A-0545-4E7C-BB07-415907B81122}" dt="2026-10-08T07:09:40.508" v="177" actId="20577"/>
          <ac:spMkLst>
            <pc:docMk/>
            <pc:sldMk cId="1321074218" sldId="294"/>
            <ac:spMk id="3" creationId="{CF0E439D-0AD1-D328-46CD-10901084E6B8}"/>
          </ac:spMkLst>
        </pc:spChg>
        <pc:spChg chg="add mod">
          <ac:chgData name="彥輝 李" userId="e3cbf46109976c6d" providerId="LiveId" clId="{4E4CD50A-0545-4E7C-BB07-415907B81122}" dt="2026-10-08T08:16:24.602" v="350" actId="20577"/>
          <ac:spMkLst>
            <pc:docMk/>
            <pc:sldMk cId="1321074218" sldId="294"/>
            <ac:spMk id="4" creationId="{8A32535F-DEFB-0135-A460-7FA303AFBF32}"/>
          </ac:spMkLst>
        </pc:spChg>
      </pc:sldChg>
      <pc:sldChg chg="addSp modSp add mod">
        <pc:chgData name="彥輝 李" userId="e3cbf46109976c6d" providerId="LiveId" clId="{4E4CD50A-0545-4E7C-BB07-415907B81122}" dt="2026-10-08T08:16:28.572" v="353" actId="20577"/>
        <pc:sldMkLst>
          <pc:docMk/>
          <pc:sldMk cId="1419102173" sldId="295"/>
        </pc:sldMkLst>
        <pc:spChg chg="add mod">
          <ac:chgData name="彥輝 李" userId="e3cbf46109976c6d" providerId="LiveId" clId="{4E4CD50A-0545-4E7C-BB07-415907B81122}" dt="2026-10-08T07:10:32.019" v="188" actId="20577"/>
          <ac:spMkLst>
            <pc:docMk/>
            <pc:sldMk cId="1419102173" sldId="295"/>
            <ac:spMk id="3" creationId="{4773861F-F87D-E70B-4BD2-7FAD75BC8001}"/>
          </ac:spMkLst>
        </pc:spChg>
        <pc:spChg chg="add mod">
          <ac:chgData name="彥輝 李" userId="e3cbf46109976c6d" providerId="LiveId" clId="{4E4CD50A-0545-4E7C-BB07-415907B81122}" dt="2026-10-08T08:16:28.572" v="353" actId="20577"/>
          <ac:spMkLst>
            <pc:docMk/>
            <pc:sldMk cId="1419102173" sldId="295"/>
            <ac:spMk id="4" creationId="{C04124C2-7FFE-A977-7A89-718A1D0ECDC4}"/>
          </ac:spMkLst>
        </pc:spChg>
      </pc:sldChg>
      <pc:sldChg chg="add del">
        <pc:chgData name="彥輝 李" userId="e3cbf46109976c6d" providerId="LiveId" clId="{4E4CD50A-0545-4E7C-BB07-415907B81122}" dt="2026-10-08T07:15:55.528" v="190" actId="47"/>
        <pc:sldMkLst>
          <pc:docMk/>
          <pc:sldMk cId="2213461865" sldId="29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6E7C1-F483-43DC-9F8F-7C339B04600C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E03D8-F94D-41E8-A7F8-43FED880E8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00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599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22D9-12D8-733B-24AA-2398D3DE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2AE631-97E6-FE2B-735B-661521491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CD4699-565D-11BD-3F85-FC2C8C355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D133D4-469C-1CE5-D2A0-090B562F8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833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9BBED-DE29-9273-A9BD-7C26779C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8CC50F-E978-5729-44C9-A23D4A789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41B4D1-CC02-57A6-437E-D20780E5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70E21-4F11-B27B-D2D1-862E51A77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601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599C-6B28-8972-B1EC-B314F0B4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657CA5-7C37-5D02-3C1C-4AD60276F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A3590CC-D2D1-5D53-985D-74FDB7954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BA479A-3146-C7C4-A7AE-55A2CC828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854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490C-1E33-5E87-4CBC-57F57278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630302-7F81-D2CF-5B97-A6E9246A0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896741-1160-6103-1150-F8123658E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FE1B70-A4FF-E148-E104-6FE06AEBB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94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826E-AD73-5512-43F2-ACAFD39E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CDF6B5-2BEB-BB2B-A176-7381935F7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AFAA52-2EF4-4385-FCCD-B36F917B4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6941D2-5DCF-C2A2-7B6B-7D949AEFD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84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2D497-9C79-99F1-2B64-8D51075F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019AC63-2A63-7541-CE35-28EEE9073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641377-AAC8-BEB7-BCF8-962AD1676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9A10FF-BD7A-2881-74E6-A06169CF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304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A971-48A9-1AB1-4178-B07E6111B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270886-8443-8925-4F6F-2E418205A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E00ACD-B54E-7948-D8CC-CA789E51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7D2EE-B70E-702C-75B6-CDDD6F0C3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463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2E39-0907-594B-8DC6-FC0F6661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D7ADFC6-71CB-58D0-CAEE-1A9D8889D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A4BCBA5-F0B3-9328-CBEF-D487D7136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46DE4D-3049-C444-83E4-D76F87DE8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04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23BA-944D-164C-D023-73D36245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16C472-1ECA-6B32-194B-362ACF66B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41AD2C-1707-B24C-B948-8DE76F17E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FB3F76-4A25-9494-277F-1DA710607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64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6A10-640D-7AFB-2AC0-BD429D87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BBA351-E876-7D9E-29EE-0D90FABFE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9D93F4-39E9-4DC5-4BC9-133EEA798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EE13C-A08C-DB20-927C-B41916543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113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3B956-D6E2-63A4-B05E-AE19C28A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E19DD9-114A-6A5D-1D7A-CBA07DDE1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EDF4A8-15E4-AFBF-4D6F-7814798C7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B44A2D-C6CA-D800-D71A-6F16B1400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331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729B-9ECB-A47C-9E6D-13DB407C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4CA259-24BC-25A0-F4FD-2801B498A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E67D76-A689-7223-A7E4-874AE1125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39251-6016-78FF-8534-E79FAF7BD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E03D8-F94D-41E8-A7F8-43FED880E87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02175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C2E77-E0DB-B8C7-EC9E-535E08E63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D4F330-0FBD-7004-FD2A-6D01E0990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8D314-287D-ACAE-D430-B3F61ED8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3457B9-C6D1-DAA4-5356-A8A42B78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7DE2FF-F770-8E81-CC8F-43812CCE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48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E3A8B-8796-1771-BE2D-E4223965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CC1C6B-6CC0-D114-55E3-D62396495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C0CF6C-BF93-2CC2-7482-B185901A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3C10F3-6CC8-C72B-3DC9-1E1C200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16A11D-CF81-AD8E-34FB-94A6D3CA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4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5056D9-C1AA-7F20-DF99-A3478C64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BD36F4-D31D-2DD2-F02E-158AC6167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9611FD-B22F-4877-E419-03073ECF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EE0F53-FA87-A8E5-FFFA-72C6CDE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711D93-1E07-B7D0-8CA9-7838289E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938CFB-521D-FAAF-20FD-2097033D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400C8D-3967-0F45-50AB-6CA4E6B81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F66E94-B47C-C84C-51A2-B5958BE64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4538F4-B734-5931-6B1A-15C98F42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1C8051-CC4E-EF15-D2C6-EE0C7048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C31D9C-0513-34F8-B6F8-E18AA71A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26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2D7165-7FD4-E662-0E39-F0151561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C48678-A1D5-60B2-52EB-88C25ACD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92CD7B-7091-328C-D1D8-E3FABCF16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4B3D205-0BBA-D8F1-0820-2D393155E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8168B91-FC50-AD60-644E-6C3848A48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2F8CA07-C670-5F97-6963-5D3E71A8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C5FD92D-D662-BF58-DFCF-A37BB0FF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047D48-C9FE-B96C-754D-5AAAA243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98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D08EB-3E4E-A9C2-84F3-B0463FE4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EBB559-A0CA-7AA3-890B-04D27C38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C3B52C-96B8-5C45-4571-F8213C5E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8CB41C-67BC-F556-B141-3F4DA57D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235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D42220B-A101-F318-BFA8-1D91CAB1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A7D2BAA-5017-533F-9EF4-3FA86AC8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9D3077-93BA-F44A-EC67-0091F541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34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6E6DAA-3CE0-F297-4EED-39C1B8A6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457CEB-D0E5-DCB8-9D88-781E4C50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BE12DB-0E42-4546-40A2-2AB78D28E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418FB9-C8C4-050C-5B0B-FB0B5593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16F6D8-1FAC-A2EE-7ADB-12E01A36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ECAAF-DDF4-D421-8A3A-BFBA977C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598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DFBE2-93EC-2440-8316-88B13E06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2B541D-2FE9-E766-0C7F-3A878A6D67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0DD5B8-5E89-71D7-EE61-9545FF288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41D266-7716-7DA2-CA66-D4C3FFA0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D8D6E31-10B1-DD47-A6BE-75FD364F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0FB9F5-5879-87D6-2D26-7693555F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824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8528A-C215-F705-AAE2-D17B3C7B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11527B-42FE-A0D2-E546-59880C0F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972920-8D94-3B85-6573-A1DB3FB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75591D-5823-A653-2A63-70B5C1CB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98A98-3F95-A413-BA21-4B06E952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57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2F19D91-9C47-53FC-ED9C-3EFCBDF8A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1E5217-009D-1717-B9FD-A1FBD673B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3D4E61-5C79-E9E1-25A9-14D73906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35AF64-CBB2-7E42-36DC-C44296EC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1FF1A6-F43C-DB7D-54D2-DF84B448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282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D3433-09C8-C703-9EBE-4E1891405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5A2E03C-0A67-4FB8-1FF4-C15042564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14FCFF-BE94-8CDA-3878-32AEE46E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CA3977-6D64-C125-2C88-18128E53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424539-DEB8-1488-CEF0-1918D9F6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242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3BCBCA-3C03-8530-140A-53BA5C62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677D4D-CFDC-1EAF-BF6D-D2D468352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2EC669-6484-3D33-2A93-85849293E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82CADD-5F2E-FB52-2CC5-867B6B26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618BC-F3D2-E3A3-7FD1-2A1DC72E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534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F6EC4-42A0-8DFF-A45B-3844AC7A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04C599-6A8D-E774-EDE0-C504CD36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690BF7-FFB0-7383-2A9B-5AD0807B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88BADE-ECE2-9F75-8883-A80F49C4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F23489-7C43-40A2-3AD9-0A11386B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94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2788E-11B7-00AE-FEF9-1C6A787C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D2E8CB-0E23-4B2E-5E43-84C4B016C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0630B4-03AE-EA76-CE07-395309139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338DEB-4006-B3A4-D8B3-FBAF856A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91F00D-88F5-763A-AA25-796B7AA6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5999F3-6AEA-89F9-E0AB-39F71081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659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F8EC36-72CB-29EE-5BE2-2E8F0CA7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9B131F-F67F-E54C-3C2D-EFDA33E8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FE53B4-2A28-4DD2-B4D8-D32D0A1C0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F60E241-96F1-3E28-B261-CC4C90420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0BD355A-9C67-AC5E-4429-3B3DD8591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E1FCC59-A95B-4FD1-3F69-24C2C48A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83EB4EE-E533-B9C7-662C-B37C7D34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97FC2A5-16FE-5459-59D2-8F5600A1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742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A3D89-B863-5CBD-44A4-6CB6CB67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A7A1010-41D9-1B4D-C7AA-32C9CDB3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99730A9-79E6-EF05-B5DA-255EBF96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378ED2-2723-C75B-B30B-913AB922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122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91CCAB-D10D-1819-6610-BED7D5019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870FA2F-42B1-ECE0-027E-E5031F4D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922DC9-506D-5D14-8433-00A9FDAF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171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4151D-60BD-9D91-72C8-07E03302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86472B-0B85-10A6-27F4-6931BB36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DC8C31-0601-2F00-7E46-2B33C82AF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178DF1-9468-442C-58E3-ACC931A5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07EB26-6302-0B36-48C1-37C69F6E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511980-8FA8-6F80-D557-C68DE677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368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93402-DAF6-58E3-C872-D4ED0C5E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C39F6AB-00F4-54A4-FCC3-BE5F177AFC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C42A32-6427-6C0B-6CB9-0D9452BFD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D4C3DC-BBB0-91FC-BECF-3A09FB79A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6AE0AD-6851-EDB5-0F28-75840EA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D3C516-59CA-D06C-1E03-BED8EC57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247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73991-1E7B-9F1F-6202-7608CB9C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F2D9AE-63FA-418B-7413-C47A85826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234A27-51C8-49D6-774B-57049FD3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C3D48B-E583-B93B-DE25-8B71E090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6CDAC5-7BB1-C739-3AED-CEC6F2EB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9213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0954F3-55FD-58F0-6FEC-A6F7E2449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BF7398-94D1-8899-F274-95C1A81BE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3F093E-785C-3DBF-FD37-EBDF0762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31AA7-A679-CADC-79C0-DC367650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A9CF77-C41F-0A60-F46A-CEFB75CD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621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microsoft.com/office/2007/relationships/hdphoto" Target="../media/hdphoto1.wdp"/><Relationship Id="rId15" Type="http://schemas.openxmlformats.org/officeDocument/2006/relationships/image" Target="../media/image2.png"/><Relationship Id="rId16" Type="http://schemas.openxmlformats.org/officeDocument/2006/relationships/image" Target="../media/image3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92FFF82-00AB-A8DE-01D0-6FFF792890A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46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111"/>
          <a:stretch>
            <a:fillRect/>
          </a:stretch>
        </p:blipFill>
        <p:spPr>
          <a:xfrm>
            <a:off x="0" y="4439568"/>
            <a:ext cx="12192000" cy="2712720"/>
          </a:xfrm>
          <a:prstGeom prst="rect">
            <a:avLst/>
          </a:prstGeom>
          <a:ln>
            <a:noFill/>
          </a:ln>
          <a:effectLst>
            <a:softEdge rad="279400"/>
          </a:effectLst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9F07F43-6A1D-5EE6-6855-77FF61D4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7B8703-4BB6-D331-2255-3BADFAC59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CFA107-38A4-E323-F6DB-80D707E5C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9C9A5-69C8-48DF-8C4D-6E38C2E019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A16BFE-2273-259C-183A-0C87EA391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A01A1D-0239-112B-5CED-9FF0441D8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E08AD-57F1-4C90-8D2E-D169E726230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D46D2C27-2251-D09C-BED8-3D9A475A1AB1}"/>
              </a:ext>
            </a:extLst>
          </p:cNvPr>
          <p:cNvSpPr/>
          <p:nvPr userDrawn="1"/>
        </p:nvSpPr>
        <p:spPr>
          <a:xfrm>
            <a:off x="309004" y="723089"/>
            <a:ext cx="11716933" cy="178698"/>
          </a:xfrm>
          <a:custGeom>
            <a:avLst/>
            <a:gdLst>
              <a:gd name="csX0" fmla="*/ 11716933 w 11716933"/>
              <a:gd name="csY0" fmla="*/ 178698 h 178698"/>
              <a:gd name="csX1" fmla="*/ 5177396 w 11716933"/>
              <a:gd name="csY1" fmla="*/ 2124 h 178698"/>
              <a:gd name="csX2" fmla="*/ 0 w 11716933"/>
              <a:gd name="csY2" fmla="*/ 96717 h 178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16933" h="178698">
                <a:moveTo>
                  <a:pt x="11716933" y="178698"/>
                </a:moveTo>
                <a:lnTo>
                  <a:pt x="5177396" y="2124"/>
                </a:lnTo>
                <a:cubicBezTo>
                  <a:pt x="3224574" y="-11540"/>
                  <a:pt x="15765" y="43114"/>
                  <a:pt x="0" y="96717"/>
                </a:cubicBezTo>
              </a:path>
            </a:pathLst>
          </a:cu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3C4A02C4-EAB8-ED54-58CA-A7750A8253C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929" y="289825"/>
            <a:ext cx="1567420" cy="4037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BB33778-7387-5A2A-9B17-BE85B4AFB340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349" y="268800"/>
            <a:ext cx="1163421" cy="4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35F3945-2C2D-7BCC-3A7A-294567A7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EFF23F-A0D3-C70B-FC56-B4F11466A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B48E8B-4728-577E-A162-BCE98381A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20EE2-C7FC-458D-B305-1ECE9C6D2EAA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98013B-6D73-2647-9A6E-5B9537662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1FF7E2-936B-0AA5-42F3-4AD24BCE4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AEB2D-6E0D-454F-980F-57B90D853C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78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microsoft.com/office/2007/relationships/hdphoto" Target="../media/hdphoto2.wdp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C8C45FB-6BAA-62AB-7ED9-3C3E52CE3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「老宅延壽機能復新計畫」政策宣導說明會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BD2789E4-F0E8-294F-E634-35705642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5658" y="5190006"/>
            <a:ext cx="9940684" cy="687377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連江縣政府 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社團法人福建金門馬祖地區建築師公會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86C5779-FD04-5EFE-65FA-129C46D24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489" y="5901622"/>
            <a:ext cx="1876425" cy="4833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E775193-0BDA-A9B5-E92A-6EE14419F58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9" t="21869" r="6829" b="26602"/>
          <a:stretch>
            <a:fillRect/>
          </a:stretch>
        </p:blipFill>
        <p:spPr>
          <a:xfrm>
            <a:off x="5976180" y="5877383"/>
            <a:ext cx="3081005" cy="48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5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BF8FB27-F10E-AB12-F69A-9629283AA352}"/>
              </a:ext>
            </a:extLst>
          </p:cNvPr>
          <p:cNvSpPr txBox="1"/>
          <p:nvPr/>
        </p:nvSpPr>
        <p:spPr>
          <a:xfrm>
            <a:off x="222139" y="176575"/>
            <a:ext cx="5444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為何要辦理老宅延壽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4D79E8-A05C-3AB1-A8F8-C4BC2D7DE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56" y="996381"/>
            <a:ext cx="10620262" cy="542018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26C9E4BE-CE34-3A63-23BE-2A6B372A90BF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613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891F60D-1B8A-A031-9C60-2DA97C9117A6}"/>
              </a:ext>
            </a:extLst>
          </p:cNvPr>
          <p:cNvSpPr txBox="1"/>
          <p:nvPr/>
        </p:nvSpPr>
        <p:spPr>
          <a:xfrm>
            <a:off x="222139" y="176575"/>
            <a:ext cx="4418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申請期限與預算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4EF9E5-D3C2-6235-A811-CEDA49AD7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237" y="829446"/>
            <a:ext cx="6930643" cy="54898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C43F14B1-9F13-FEFF-2448-4073952B4CDD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83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10CA595-6B10-F6FB-0263-4B672604D615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補助房屋類型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CCB003-D47D-8DEA-A1D8-8E8BC3035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597" y="884461"/>
            <a:ext cx="5445560" cy="5862921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8CC34D0E-189A-4EFA-3B80-33C06DADBCF4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16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ABAFD6-5E60-70AA-041D-44536095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C40D94-2B53-E212-ED1A-92ED42EB2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0" y="934151"/>
            <a:ext cx="11649160" cy="573409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FBC2A83-2979-CE5E-F437-129CDB199399}"/>
              </a:ext>
            </a:extLst>
          </p:cNvPr>
          <p:cNvSpPr/>
          <p:nvPr/>
        </p:nvSpPr>
        <p:spPr>
          <a:xfrm>
            <a:off x="11652250" y="5962650"/>
            <a:ext cx="271463" cy="619125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A1DE8A8-8DF8-C891-3BC3-A0915EABB46A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補助房屋類型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225CB24-692C-5F30-1173-41657C399C8F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8308731" y="934151"/>
            <a:ext cx="3587705" cy="764448"/>
            <a:chOff x="8308731" y="934151"/>
            <a:chExt cx="3587705" cy="764448"/>
          </a:xfrm>
        </p:grpSpPr>
        <p:sp>
          <p:nvSpPr>
            <p:cNvPr id="9" name="文字方塊 8"/>
            <p:cNvSpPr txBox="1"/>
            <p:nvPr/>
          </p:nvSpPr>
          <p:spPr>
            <a:xfrm>
              <a:off x="8308731" y="934151"/>
              <a:ext cx="3472961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●領有使用執照</a:t>
              </a:r>
              <a:endParaRPr lang="en-US" altLang="zh-TW" sz="1400" b="1" dirty="0" smtClean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lang="zh-TW" altLang="en-US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舊有房屋證明</a:t>
              </a:r>
              <a:r>
                <a:rPr lang="en-US" altLang="zh-TW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  <a:r>
                <a:rPr lang="zh-TW" altLang="en-US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建物登記謄本</a:t>
              </a:r>
              <a:r>
                <a:rPr lang="en-US" altLang="zh-TW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  <a:r>
                <a:rPr lang="zh-TW" altLang="en-US" sz="1400" b="1" dirty="0" smtClean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建物測量 </a:t>
              </a:r>
              <a:endParaRPr lang="en-US" altLang="zh-TW" sz="1400" b="1" dirty="0" smtClean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8493370" y="1390822"/>
              <a:ext cx="203102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成果圖</a:t>
              </a:r>
              <a:r>
                <a:rPr lang="en-US" altLang="zh-TW" sz="14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二擇一</a:t>
              </a:r>
              <a:r>
                <a:rPr lang="en-US" altLang="zh-TW" sz="1400" b="1" dirty="0">
                  <a:solidFill>
                    <a:schemeClr val="accent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410092" y="1396878"/>
              <a:ext cx="1486344" cy="122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C0006"/>
                </a:solidFill>
                <a:latin typeface="Microsoft JhengHei"/>
              </a:defRPr>
            </a:pPr>
            <a:r>
              <a:t>【連江縣合法老宅認定基準】：未領使照者，須出具連江縣「舊有房屋證明」＋建物登記謄本＋測量成果圖；舊有房屋建造完成基準日：南竿/北竿/西莒都計區為79.12.01前；東引/東莒及全縣非都地區為81.11.05戰地政務終止前。</a:t>
            </a:r>
          </a:p>
        </p:txBody>
      </p:sp>
    </p:spTree>
    <p:extLst>
      <p:ext uri="{BB962C8B-B14F-4D97-AF65-F5344CB8AC3E}">
        <p14:creationId xmlns:p14="http://schemas.microsoft.com/office/powerpoint/2010/main" val="294976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26A0E21-9B43-011A-EAA1-321E5E52C478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申請條件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3CFFBA3-C1C1-3034-D713-5067D76C9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98" y="1012082"/>
            <a:ext cx="11483603" cy="5517995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27BAF064-3740-A164-00C3-4DCF946229D9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7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E19E2A1-C666-A68C-FE8D-337EDA9F03E2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CCAD6C91-709B-FE01-242E-957415E47F1D}"/>
              </a:ext>
            </a:extLst>
          </p:cNvPr>
          <p:cNvGrpSpPr/>
          <p:nvPr/>
        </p:nvGrpSpPr>
        <p:grpSpPr>
          <a:xfrm>
            <a:off x="1350900" y="884461"/>
            <a:ext cx="8418786" cy="5608574"/>
            <a:chOff x="1886607" y="884461"/>
            <a:chExt cx="8418786" cy="5608574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2EB1B065-326B-0C85-266C-45A4EDD4E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69" r="10456"/>
            <a:stretch>
              <a:fillRect/>
            </a:stretch>
          </p:blipFill>
          <p:spPr>
            <a:xfrm>
              <a:off x="1886607" y="884461"/>
              <a:ext cx="8418785" cy="560857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721177-6BF9-ACA4-B1D7-8FE2AF19CA59}"/>
                </a:ext>
              </a:extLst>
            </p:cNvPr>
            <p:cNvSpPr/>
            <p:nvPr/>
          </p:nvSpPr>
          <p:spPr>
            <a:xfrm>
              <a:off x="8519687" y="5111313"/>
              <a:ext cx="1785706" cy="980483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BB19B95-0F17-2334-68E5-D337914EDEC5}"/>
                </a:ext>
              </a:extLst>
            </p:cNvPr>
            <p:cNvSpPr/>
            <p:nvPr/>
          </p:nvSpPr>
          <p:spPr>
            <a:xfrm>
              <a:off x="1886607" y="5111313"/>
              <a:ext cx="1785707" cy="980483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8CE8347-AC81-2E04-2977-7FD9DAAAB83E}"/>
                </a:ext>
              </a:extLst>
            </p:cNvPr>
            <p:cNvSpPr/>
            <p:nvPr/>
          </p:nvSpPr>
          <p:spPr>
            <a:xfrm>
              <a:off x="3537782" y="5601554"/>
              <a:ext cx="771460" cy="371985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副標題 4">
            <a:extLst>
              <a:ext uri="{FF2B5EF4-FFF2-40B4-BE49-F238E27FC236}">
                <a16:creationId xmlns:a16="http://schemas.microsoft.com/office/drawing/2014/main" id="{4A509954-15F1-0012-6606-46D37DED04DB}"/>
              </a:ext>
            </a:extLst>
          </p:cNvPr>
          <p:cNvSpPr txBox="1">
            <a:spLocks/>
          </p:cNvSpPr>
          <p:nvPr/>
        </p:nvSpPr>
        <p:spPr>
          <a:xfrm>
            <a:off x="8599055" y="1133526"/>
            <a:ext cx="3592945" cy="17851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65B7891-70E2-F3FE-80B6-443676B42396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28538" y="949569"/>
            <a:ext cx="3367898" cy="1661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24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AC786F6-F40A-5F19-3153-D911D8BE25DC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481622A-43BC-772C-BA1D-B0D45CA8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4" y="979707"/>
            <a:ext cx="11706311" cy="57436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5F575D0-B126-1D89-7E04-44F74EAE6AC6}"/>
              </a:ext>
            </a:extLst>
          </p:cNvPr>
          <p:cNvSpPr/>
          <p:nvPr/>
        </p:nvSpPr>
        <p:spPr>
          <a:xfrm>
            <a:off x="11445766" y="6154857"/>
            <a:ext cx="503389" cy="472965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295CA1E-0F49-3E71-8FBB-52A11EA0D600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8335108" y="2400300"/>
            <a:ext cx="2883877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C00000"/>
                </a:solidFill>
                <a:latin typeface="Microsoft JhengHei"/>
              </a:defRPr>
            </a:pPr>
            <a:r>
              <a:t>【初評補助規範 (依總樓地板面積)】</a:t>
            </a:r>
          </a:p>
          <a:p>
            <a:pPr>
              <a:defRPr sz="1300" b="1">
                <a:solidFill>
                  <a:srgbClr val="C00000"/>
                </a:solidFill>
                <a:latin typeface="Microsoft JhengHei"/>
              </a:defRPr>
            </a:pPr>
            <a:r>
              <a:t>● 未達 3,000 ㎡：每棟上限 1.2 萬元 (多數民宅適用)</a:t>
            </a:r>
          </a:p>
          <a:p>
            <a:pPr>
              <a:defRPr sz="1300" b="1">
                <a:solidFill>
                  <a:srgbClr val="C00000"/>
                </a:solidFill>
                <a:latin typeface="Microsoft JhengHei"/>
              </a:defRPr>
            </a:pPr>
            <a:r>
              <a:t>● 達 3,000 ㎡ 以上：每棟上限 1.5 萬元</a:t>
            </a:r>
          </a:p>
          <a:p>
            <a:pPr>
              <a:defRPr sz="1300" b="1">
                <a:solidFill>
                  <a:srgbClr val="C00000"/>
                </a:solidFill>
                <a:latin typeface="Microsoft JhengHei"/>
              </a:defRPr>
            </a:pPr>
            <a:r>
              <a:t>● 詳細評估：上限 40 萬元 (以實際費用30%為限)</a:t>
            </a:r>
          </a:p>
        </p:txBody>
      </p:sp>
    </p:spTree>
    <p:extLst>
      <p:ext uri="{BB962C8B-B14F-4D97-AF65-F5344CB8AC3E}">
        <p14:creationId xmlns:p14="http://schemas.microsoft.com/office/powerpoint/2010/main" val="250696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82EBFC-121B-99FC-E96B-D5879437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47" y="917040"/>
            <a:ext cx="6734224" cy="562931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9C65F8A-E446-2773-AF29-EB96C85C95CE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CC32F7D-8D63-BB0A-C9D9-D93D3F39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27" y="884461"/>
            <a:ext cx="4733960" cy="1038233"/>
          </a:xfrm>
          <a:prstGeom prst="rect">
            <a:avLst/>
          </a:prstGeom>
        </p:spPr>
      </p:pic>
      <p:sp>
        <p:nvSpPr>
          <p:cNvPr id="11" name="副標題 4">
            <a:extLst>
              <a:ext uri="{FF2B5EF4-FFF2-40B4-BE49-F238E27FC236}">
                <a16:creationId xmlns:a16="http://schemas.microsoft.com/office/drawing/2014/main" id="{FE1178BC-B2F8-9D82-4C86-59B3D4E5EA06}"/>
              </a:ext>
            </a:extLst>
          </p:cNvPr>
          <p:cNvSpPr txBox="1">
            <a:spLocks/>
          </p:cNvSpPr>
          <p:nvPr/>
        </p:nvSpPr>
        <p:spPr>
          <a:xfrm>
            <a:off x="7212148" y="2196137"/>
            <a:ext cx="4979852" cy="761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民眾可參考清冊自行聯繫辦理評估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A87957C-B25A-FB32-22DA-29E12DD38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801" y="2702998"/>
            <a:ext cx="3400450" cy="800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副標題 4">
            <a:extLst>
              <a:ext uri="{FF2B5EF4-FFF2-40B4-BE49-F238E27FC236}">
                <a16:creationId xmlns:a16="http://schemas.microsoft.com/office/drawing/2014/main" id="{6870E843-2421-C999-AC20-16EBF76E6B33}"/>
              </a:ext>
            </a:extLst>
          </p:cNvPr>
          <p:cNvSpPr txBox="1">
            <a:spLocks/>
          </p:cNvSpPr>
          <p:nvPr/>
        </p:nvSpPr>
        <p:spPr>
          <a:xfrm>
            <a:off x="7292027" y="4200316"/>
            <a:ext cx="4659828" cy="1098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初評補助款需待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申請修繕補助核准後才會撥款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DECBDC5-4662-49CD-D321-AEAAEEF1139C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03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F81E6E7-2A01-8A1B-2D90-FB2B5AA73809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DD2781-7DDB-FB36-6B78-9A899C73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19" y="947026"/>
            <a:ext cx="11801561" cy="561979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5217E3-8118-07D0-B4A2-0A17BA483CC3}"/>
              </a:ext>
            </a:extLst>
          </p:cNvPr>
          <p:cNvSpPr/>
          <p:nvPr/>
        </p:nvSpPr>
        <p:spPr>
          <a:xfrm>
            <a:off x="11546666" y="6135939"/>
            <a:ext cx="450114" cy="430878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5B77A56-097E-3EF7-4BD3-91A09DCB8341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147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10874BF-FA4D-7B03-F02A-DF4C2DA4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0" y="961054"/>
            <a:ext cx="11782511" cy="566741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9A25304-48F0-57A7-108E-D87AB4AFFC41}"/>
              </a:ext>
            </a:extLst>
          </p:cNvPr>
          <p:cNvSpPr/>
          <p:nvPr/>
        </p:nvSpPr>
        <p:spPr>
          <a:xfrm>
            <a:off x="11537141" y="6129634"/>
            <a:ext cx="450114" cy="498836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647C84-3E26-967C-3009-A23594A9DED5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63756E71-9EE4-ED70-9B55-55CF688B13B9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281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61668687-FAD4-A0D5-0034-24A00520E5EE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E18DFC9-0496-2E8C-C280-64666EA5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5" y="1006082"/>
            <a:ext cx="11772589" cy="5293818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BDFA7609-A407-16CF-6AEB-3EABCE92387F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9786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C8BF-D1B5-9E13-CD95-C86F0BCA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59E45949-D403-B50E-35A4-BDB3D1612370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A6106F4-844D-E82D-0D5E-FE6764104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0" y="930574"/>
            <a:ext cx="11805219" cy="5750851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3B033BEA-B793-C1C0-4C59-E91DA7EAF2AE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180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5A059BB-F82A-7811-5473-9B7D8909F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9" y="972383"/>
            <a:ext cx="11763461" cy="558169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058477B-D86D-5FAA-1BE2-E4FD142A4448}"/>
              </a:ext>
            </a:extLst>
          </p:cNvPr>
          <p:cNvSpPr txBox="1"/>
          <p:nvPr/>
        </p:nvSpPr>
        <p:spPr>
          <a:xfrm>
            <a:off x="222139" y="176575"/>
            <a:ext cx="2879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C0A603-18DC-6FFB-618F-27AC5193CEF7}"/>
              </a:ext>
            </a:extLst>
          </p:cNvPr>
          <p:cNvSpPr/>
          <p:nvPr/>
        </p:nvSpPr>
        <p:spPr>
          <a:xfrm>
            <a:off x="11527616" y="6055238"/>
            <a:ext cx="450114" cy="498836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501B9621-CBE4-D794-927C-8E6324E6D2BA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1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C909013-5BE6-A8E4-9617-887D8C07DA48}"/>
              </a:ext>
            </a:extLst>
          </p:cNvPr>
          <p:cNvSpPr txBox="1"/>
          <p:nvPr/>
        </p:nvSpPr>
        <p:spPr>
          <a:xfrm>
            <a:off x="222139" y="176575"/>
            <a:ext cx="64508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補助額度試算範例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351A2B-FED8-0E99-1813-D751ED3B9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06" y="884461"/>
            <a:ext cx="7740000" cy="5731386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F4CBDF13-B0DA-FD80-F48B-FF8BAE17851B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518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0FAE-BFF5-F3C3-DED0-1EFA5F7B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9BE6AC8-E93A-20CA-7934-DBD555ECF222}"/>
              </a:ext>
            </a:extLst>
          </p:cNvPr>
          <p:cNvSpPr txBox="1"/>
          <p:nvPr/>
        </p:nvSpPr>
        <p:spPr>
          <a:xfrm>
            <a:off x="222139" y="176575"/>
            <a:ext cx="64508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補助項目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補助額度試算範例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639392E-43C9-0FAC-44C8-0525643A930F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" r="1046" b="6497"/>
          <a:stretch/>
        </p:blipFill>
        <p:spPr>
          <a:xfrm>
            <a:off x="5900755" y="1343464"/>
            <a:ext cx="6203090" cy="443265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" t="497" r="3054" b="5233"/>
          <a:stretch/>
        </p:blipFill>
        <p:spPr>
          <a:xfrm>
            <a:off x="0" y="1343464"/>
            <a:ext cx="5900755" cy="44326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  <a:latin typeface="Microsoft JhengHei"/>
              </a:defRPr>
            </a:pPr>
            <a:r>
              <a:t>※重要提醒：中央最新規定立面修繕實作面積必須【嚴格扣除開口(門窗)面積】；透天厝依樓層分級：1-2樓上限100萬、3-4樓上限200萬、5-6樓上限300萬。</a:t>
            </a:r>
          </a:p>
        </p:txBody>
      </p:sp>
    </p:spTree>
    <p:extLst>
      <p:ext uri="{BB962C8B-B14F-4D97-AF65-F5344CB8AC3E}">
        <p14:creationId xmlns:p14="http://schemas.microsoft.com/office/powerpoint/2010/main" val="294138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05C5-82C9-4297-BC48-E46803CD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C3E0029-6901-2639-9CB0-8A3A9842B7B9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938965-3DF9-4208-948D-5C09CF930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909"/>
          <a:stretch>
            <a:fillRect/>
          </a:stretch>
        </p:blipFill>
        <p:spPr>
          <a:xfrm>
            <a:off x="171406" y="1138221"/>
            <a:ext cx="11849187" cy="2569829"/>
          </a:xfrm>
          <a:prstGeom prst="rect">
            <a:avLst/>
          </a:prstGeom>
        </p:spPr>
      </p:pic>
      <p:sp>
        <p:nvSpPr>
          <p:cNvPr id="7" name="副標題 4">
            <a:extLst>
              <a:ext uri="{FF2B5EF4-FFF2-40B4-BE49-F238E27FC236}">
                <a16:creationId xmlns:a16="http://schemas.microsoft.com/office/drawing/2014/main" id="{E51C68B4-D1E1-622C-0B67-D58F165E2F18}"/>
              </a:ext>
            </a:extLst>
          </p:cNvPr>
          <p:cNvSpPr txBox="1">
            <a:spLocks/>
          </p:cNvSpPr>
          <p:nvPr/>
        </p:nvSpPr>
        <p:spPr>
          <a:xfrm>
            <a:off x="1719442" y="3810526"/>
            <a:ext cx="9020028" cy="2230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民眾先提出第一階段「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修繕需求申請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」，由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機關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服務團隊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協助檢核是否符合補助資格。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申請要件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「使用執照或</a:t>
            </a:r>
            <a:r>
              <a:rPr lang="zh-TW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舊</a:t>
            </a:r>
            <a:r>
              <a:rPr lang="zh-TW" altLang="zh-TW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有房屋</a:t>
            </a:r>
            <a:r>
              <a:rPr lang="zh-TW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證明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「建物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登記謄本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及建物測量成果圖」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副標題 4">
            <a:extLst>
              <a:ext uri="{FF2B5EF4-FFF2-40B4-BE49-F238E27FC236}">
                <a16:creationId xmlns:a16="http://schemas.microsoft.com/office/drawing/2014/main" id="{1FEDF2C2-9ADC-CBE0-5748-5B91307F5B9C}"/>
              </a:ext>
            </a:extLst>
          </p:cNvPr>
          <p:cNvSpPr txBox="1">
            <a:spLocks/>
          </p:cNvSpPr>
          <p:nvPr/>
        </p:nvSpPr>
        <p:spPr>
          <a:xfrm>
            <a:off x="9317394" y="5435047"/>
            <a:ext cx="2023269" cy="460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缺一不可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6D845662-83F5-AE82-2CF4-83C6AD25C353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97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D9BF-5E3F-6251-89D6-36D58C22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522C504-250D-CB22-EB4D-A72731982876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4683A11-F918-A04D-E6D2-C61AE8AA8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221"/>
          <a:stretch>
            <a:fillRect/>
          </a:stretch>
        </p:blipFill>
        <p:spPr>
          <a:xfrm>
            <a:off x="571460" y="938914"/>
            <a:ext cx="6605004" cy="5686467"/>
          </a:xfrm>
          <a:prstGeom prst="rect">
            <a:avLst/>
          </a:prstGeom>
        </p:spPr>
      </p:pic>
      <p:sp>
        <p:nvSpPr>
          <p:cNvPr id="10" name="副標題 4">
            <a:extLst>
              <a:ext uri="{FF2B5EF4-FFF2-40B4-BE49-F238E27FC236}">
                <a16:creationId xmlns:a16="http://schemas.microsoft.com/office/drawing/2014/main" id="{25DD7483-C253-87A5-FE6B-97CD6B8C6116}"/>
              </a:ext>
            </a:extLst>
          </p:cNvPr>
          <p:cNvSpPr txBox="1">
            <a:spLocks/>
          </p:cNvSpPr>
          <p:nvPr/>
        </p:nvSpPr>
        <p:spPr>
          <a:xfrm>
            <a:off x="7176464" y="1343855"/>
            <a:ext cx="3424265" cy="888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公告受理期限：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不超過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個月為原則</a:t>
            </a:r>
          </a:p>
        </p:txBody>
      </p:sp>
      <p:sp>
        <p:nvSpPr>
          <p:cNvPr id="14" name="副標題 4">
            <a:extLst>
              <a:ext uri="{FF2B5EF4-FFF2-40B4-BE49-F238E27FC236}">
                <a16:creationId xmlns:a16="http://schemas.microsoft.com/office/drawing/2014/main" id="{FA77C0C5-4A71-D304-9798-8ACCEB6FC6EA}"/>
              </a:ext>
            </a:extLst>
          </p:cNvPr>
          <p:cNvSpPr txBox="1">
            <a:spLocks/>
          </p:cNvSpPr>
          <p:nvPr/>
        </p:nvSpPr>
        <p:spPr>
          <a:xfrm>
            <a:off x="7176465" y="2340453"/>
            <a:ext cx="5015536" cy="24774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臨櫃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受理、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書面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檢核資格</a:t>
            </a:r>
          </a:p>
          <a:p>
            <a:pPr marL="0" indent="0">
              <a:buNone/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□可委託服務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團隊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閱第三類建物登</a:t>
            </a:r>
            <a:endParaRPr lang="en-US" altLang="zh-TW" sz="2400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記謄本、建物測量成果圖、使用分</a:t>
            </a:r>
            <a:endParaRPr lang="en-US" altLang="zh-TW" sz="2400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區證明、舊有房屋證明或使用執照</a:t>
            </a:r>
            <a:endParaRPr lang="en-US" altLang="zh-TW" sz="2400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之存根、竣工圖</a:t>
            </a:r>
            <a:r>
              <a:rPr lang="en-US" altLang="zh-TW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需簽立委託書</a:t>
            </a:r>
            <a:r>
              <a:rPr lang="en-US" altLang="zh-TW" sz="24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□審查後須告知民眾審查結果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8A6F153-7A57-AA73-12FD-32CEBAC6F8B1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9307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E0E0-7E57-8381-0F92-45660B7D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B69C72F-D4DB-644E-F3E1-C90CA111A31E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38F792-F849-A583-52B2-DD3B5D7E3B88}"/>
              </a:ext>
            </a:extLst>
          </p:cNvPr>
          <p:cNvSpPr/>
          <p:nvPr/>
        </p:nvSpPr>
        <p:spPr>
          <a:xfrm>
            <a:off x="11420537" y="6268370"/>
            <a:ext cx="194535" cy="309004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副標題 4">
            <a:extLst>
              <a:ext uri="{FF2B5EF4-FFF2-40B4-BE49-F238E27FC236}">
                <a16:creationId xmlns:a16="http://schemas.microsoft.com/office/drawing/2014/main" id="{E5D9063D-8908-DD4F-E327-547ADDF0EEEA}"/>
              </a:ext>
            </a:extLst>
          </p:cNvPr>
          <p:cNvSpPr txBox="1">
            <a:spLocks/>
          </p:cNvSpPr>
          <p:nvPr/>
        </p:nvSpPr>
        <p:spPr>
          <a:xfrm>
            <a:off x="4870203" y="893466"/>
            <a:ext cx="6381881" cy="205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申請內政部老宅延壽計畫調閱文件委託書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家戶屋頂光電設置可行性自評表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長照輔具及居家無障礙環境改善服務補助申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請表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申請內政部老宅延壽計畫選定代表人同意書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B293DF7-E0E1-EF54-E843-FB8FE743D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5" y="893466"/>
            <a:ext cx="4343432" cy="5772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33E9D67-789D-1D30-0E9C-ED56AF9B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88" y="2874680"/>
            <a:ext cx="4572033" cy="3790978"/>
          </a:xfrm>
          <a:prstGeom prst="rect">
            <a:avLst/>
          </a:prstGeom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4873F42-ED82-3683-2BF3-F7CFD0AC62C8}"/>
              </a:ext>
            </a:extLst>
          </p:cNvPr>
          <p:cNvSpPr/>
          <p:nvPr/>
        </p:nvSpPr>
        <p:spPr>
          <a:xfrm>
            <a:off x="10222361" y="5713023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透天住宅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B728E90B-9451-3877-43D9-14B68194CCF0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519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34CB-F7BA-775D-82F7-F7A5872C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07D42F8-03D3-BE1E-E91D-C5DC04E7CA94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>
            <a:extLst>
              <a:ext uri="{FF2B5EF4-FFF2-40B4-BE49-F238E27FC236}">
                <a16:creationId xmlns:a16="http://schemas.microsoft.com/office/drawing/2014/main" id="{03E39B30-8760-5861-C70B-444074633A41}"/>
              </a:ext>
            </a:extLst>
          </p:cNvPr>
          <p:cNvSpPr txBox="1">
            <a:spLocks/>
          </p:cNvSpPr>
          <p:nvPr/>
        </p:nvSpPr>
        <p:spPr>
          <a:xfrm>
            <a:off x="0" y="6405768"/>
            <a:ext cx="6381881" cy="442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申請內政部老宅延壽計畫調閱文件委託書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3CC81E7-595A-7FA1-BF5F-0CDD7097F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3" y="915281"/>
            <a:ext cx="11334833" cy="5353089"/>
          </a:xfrm>
          <a:prstGeom prst="rect">
            <a:avLst/>
          </a:prstGeom>
        </p:spPr>
      </p:pic>
      <p:sp>
        <p:nvSpPr>
          <p:cNvPr id="6" name="副標題 4">
            <a:extLst>
              <a:ext uri="{FF2B5EF4-FFF2-40B4-BE49-F238E27FC236}">
                <a16:creationId xmlns:a16="http://schemas.microsoft.com/office/drawing/2014/main" id="{039BF250-A54F-B162-D35E-966881F59C29}"/>
              </a:ext>
            </a:extLst>
          </p:cNvPr>
          <p:cNvSpPr txBox="1">
            <a:spLocks/>
          </p:cNvSpPr>
          <p:nvPr/>
        </p:nvSpPr>
        <p:spPr>
          <a:xfrm>
            <a:off x="5992318" y="6405768"/>
            <a:ext cx="5075075" cy="442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家戶屋頂光電設置可行性自評表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CDE2A72-B623-AB05-879D-BB3E7892522F}"/>
              </a:ext>
            </a:extLst>
          </p:cNvPr>
          <p:cNvSpPr/>
          <p:nvPr/>
        </p:nvSpPr>
        <p:spPr>
          <a:xfrm>
            <a:off x="10337975" y="5823522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透天住宅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99C8688-39A1-89A1-0B40-274D881335F7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9042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8DA71A3-E31A-E107-2E2B-1C77BBD1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4" y="960428"/>
            <a:ext cx="11744411" cy="5391189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A4D93F26-9639-87E9-5BA8-1BCEF8F8AEBB}"/>
              </a:ext>
            </a:extLst>
          </p:cNvPr>
          <p:cNvSpPr/>
          <p:nvPr/>
        </p:nvSpPr>
        <p:spPr>
          <a:xfrm>
            <a:off x="10337975" y="5676458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透天住宅</a:t>
            </a:r>
          </a:p>
        </p:txBody>
      </p:sp>
      <p:sp>
        <p:nvSpPr>
          <p:cNvPr id="9" name="副標題 4">
            <a:extLst>
              <a:ext uri="{FF2B5EF4-FFF2-40B4-BE49-F238E27FC236}">
                <a16:creationId xmlns:a16="http://schemas.microsoft.com/office/drawing/2014/main" id="{87A609BF-835F-2C63-E366-EF1F6EA23994}"/>
              </a:ext>
            </a:extLst>
          </p:cNvPr>
          <p:cNvSpPr txBox="1">
            <a:spLocks/>
          </p:cNvSpPr>
          <p:nvPr/>
        </p:nvSpPr>
        <p:spPr>
          <a:xfrm>
            <a:off x="-100899" y="6351617"/>
            <a:ext cx="6451249" cy="1261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3】</a:t>
            </a:r>
            <a:r>
              <a:rPr lang="zh-TW" altLang="en-US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長照輔具及居家無障礙環境改善服務補助申請表</a:t>
            </a:r>
          </a:p>
        </p:txBody>
      </p:sp>
      <p:sp>
        <p:nvSpPr>
          <p:cNvPr id="10" name="副標題 4">
            <a:extLst>
              <a:ext uri="{FF2B5EF4-FFF2-40B4-BE49-F238E27FC236}">
                <a16:creationId xmlns:a16="http://schemas.microsoft.com/office/drawing/2014/main" id="{8F1F24C6-206F-A994-D8E8-013EB709DA4A}"/>
              </a:ext>
            </a:extLst>
          </p:cNvPr>
          <p:cNvSpPr txBox="1">
            <a:spLocks/>
          </p:cNvSpPr>
          <p:nvPr/>
        </p:nvSpPr>
        <p:spPr>
          <a:xfrm>
            <a:off x="6142246" y="5266274"/>
            <a:ext cx="6217919" cy="506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4】</a:t>
            </a:r>
            <a:r>
              <a:rPr lang="zh-TW" altLang="en-US" sz="1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申請內政部老宅延壽計畫選定代表人同意書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88F9B8-BBE1-693B-4144-A843D1F566E4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140FD89-C3BC-30FC-51E3-6AB9756540D9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9882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E2430-99B2-A4C5-33D8-FC2EADFB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55DBFC2-6B63-4C15-CA93-961F9AD243A9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76B2EA-2380-F28F-F091-51A0251A6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69" y="909232"/>
            <a:ext cx="10405437" cy="5948768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CD260F3C-A4D8-0001-56CD-48CFF5AFD2BB}"/>
              </a:ext>
            </a:extLst>
          </p:cNvPr>
          <p:cNvSpPr/>
          <p:nvPr/>
        </p:nvSpPr>
        <p:spPr>
          <a:xfrm>
            <a:off x="10337975" y="5742497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公寓住宅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0D8550E7-CCD8-4EC4-E4B8-141AF729A09D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7323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B2F7-EC81-857B-82AB-D8A6E79A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ABC6092-21FD-A40B-6981-3852BDC6EB44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3EE57E2-2C95-30D9-864D-51BC56CFC8DC}"/>
              </a:ext>
            </a:extLst>
          </p:cNvPr>
          <p:cNvSpPr/>
          <p:nvPr/>
        </p:nvSpPr>
        <p:spPr>
          <a:xfrm>
            <a:off x="10337975" y="5730922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公寓住宅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3E89743-AC8A-808B-F91F-C1D0F2D73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9" y="884461"/>
            <a:ext cx="8915465" cy="5791242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92021C86-DE96-8B36-2F7E-32782D923AF9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4072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8346-87DC-ED4C-4700-65846A98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6E867FE-D2EC-8E1F-49D9-C96DEAA24826}"/>
              </a:ext>
            </a:extLst>
          </p:cNvPr>
          <p:cNvSpPr txBox="1"/>
          <p:nvPr/>
        </p:nvSpPr>
        <p:spPr>
          <a:xfrm>
            <a:off x="222139" y="176575"/>
            <a:ext cx="7839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第一階段 修繕需求申請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24E57D9-34BA-2988-F537-5D02CCE6A53A}"/>
              </a:ext>
            </a:extLst>
          </p:cNvPr>
          <p:cNvSpPr/>
          <p:nvPr/>
        </p:nvSpPr>
        <p:spPr>
          <a:xfrm>
            <a:off x="10337975" y="5730922"/>
            <a:ext cx="1854025" cy="6053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公寓住宅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60C33AA-0F8F-1E90-C39D-AAFF80E15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3" y="884461"/>
            <a:ext cx="4086255" cy="5753142"/>
          </a:xfrm>
          <a:prstGeom prst="rect">
            <a:avLst/>
          </a:prstGeom>
        </p:spPr>
      </p:pic>
      <p:sp>
        <p:nvSpPr>
          <p:cNvPr id="7" name="副標題 4">
            <a:extLst>
              <a:ext uri="{FF2B5EF4-FFF2-40B4-BE49-F238E27FC236}">
                <a16:creationId xmlns:a16="http://schemas.microsoft.com/office/drawing/2014/main" id="{2634DD0D-BB76-79BD-F58C-357B41577447}"/>
              </a:ext>
            </a:extLst>
          </p:cNvPr>
          <p:cNvSpPr txBox="1">
            <a:spLocks/>
          </p:cNvSpPr>
          <p:nvPr/>
        </p:nvSpPr>
        <p:spPr>
          <a:xfrm>
            <a:off x="4412159" y="5881684"/>
            <a:ext cx="4583191" cy="442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表申請內政部老宅延壽計畫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選定代表人同意書</a:t>
            </a:r>
          </a:p>
        </p:txBody>
      </p:sp>
      <p:sp>
        <p:nvSpPr>
          <p:cNvPr id="12" name="副標題 4">
            <a:extLst>
              <a:ext uri="{FF2B5EF4-FFF2-40B4-BE49-F238E27FC236}">
                <a16:creationId xmlns:a16="http://schemas.microsoft.com/office/drawing/2014/main" id="{4F81A75A-1C70-1852-0F4A-F4305A3F577C}"/>
              </a:ext>
            </a:extLst>
          </p:cNvPr>
          <p:cNvSpPr txBox="1">
            <a:spLocks/>
          </p:cNvSpPr>
          <p:nvPr/>
        </p:nvSpPr>
        <p:spPr>
          <a:xfrm>
            <a:off x="4706032" y="1084098"/>
            <a:ext cx="6920095" cy="205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申請內政部老宅延壽計畫調閱文件委託書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申請內政部老宅延壽計畫選定代表人同意書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家戶屋頂光電設置可行性自評表</a:t>
            </a: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4】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長照輔具及居家無障礙環境改善服務補助申請表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751BFEE4-1564-3328-3E4A-A9B557C70F66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3900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966D-E937-0C84-8F53-C048DB26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70C730A-37C3-99AC-6746-D5CD0D6688AC}"/>
              </a:ext>
            </a:extLst>
          </p:cNvPr>
          <p:cNvSpPr txBox="1"/>
          <p:nvPr/>
        </p:nvSpPr>
        <p:spPr>
          <a:xfrm>
            <a:off x="222139" y="176575"/>
            <a:ext cx="78903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第二階段 修繕補助計畫申請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D959A2-2C1E-796E-4C86-71F02060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7" y="1190602"/>
            <a:ext cx="7058077" cy="3381400"/>
          </a:xfrm>
          <a:prstGeom prst="rect">
            <a:avLst/>
          </a:prstGeom>
        </p:spPr>
      </p:pic>
      <p:sp>
        <p:nvSpPr>
          <p:cNvPr id="8" name="副標題 4">
            <a:extLst>
              <a:ext uri="{FF2B5EF4-FFF2-40B4-BE49-F238E27FC236}">
                <a16:creationId xmlns:a16="http://schemas.microsoft.com/office/drawing/2014/main" id="{526E5228-BEE9-42D1-5E81-C448B07E748A}"/>
              </a:ext>
            </a:extLst>
          </p:cNvPr>
          <p:cNvSpPr txBox="1">
            <a:spLocks/>
          </p:cNvSpPr>
          <p:nvPr/>
        </p:nvSpPr>
        <p:spPr>
          <a:xfrm>
            <a:off x="7352310" y="1321203"/>
            <a:ext cx="3826056" cy="888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審查期間：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個月為原則</a:t>
            </a:r>
          </a:p>
        </p:txBody>
      </p:sp>
      <p:sp>
        <p:nvSpPr>
          <p:cNvPr id="15" name="副標題 4">
            <a:extLst>
              <a:ext uri="{FF2B5EF4-FFF2-40B4-BE49-F238E27FC236}">
                <a16:creationId xmlns:a16="http://schemas.microsoft.com/office/drawing/2014/main" id="{63C511FD-4365-E6BE-5FF6-2B6727DD27CC}"/>
              </a:ext>
            </a:extLst>
          </p:cNvPr>
          <p:cNvSpPr txBox="1">
            <a:spLocks/>
          </p:cNvSpPr>
          <p:nvPr/>
        </p:nvSpPr>
        <p:spPr>
          <a:xfrm>
            <a:off x="7176465" y="2340453"/>
            <a:ext cx="5015536" cy="2754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□補正期限：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內。屆期未補正或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補正不完全者，予以駁回。</a:t>
            </a: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□核定後建議先行撥付：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結構性能評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費用、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公寓作業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費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基本費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萬元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修繕補助第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期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款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(10%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為原則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B0515CB-C704-DF1E-3643-6B88EFC4599B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6426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08A58BFB-C239-90BC-C331-D1F36365A49A}"/>
              </a:ext>
            </a:extLst>
          </p:cNvPr>
          <p:cNvSpPr txBox="1"/>
          <p:nvPr/>
        </p:nvSpPr>
        <p:spPr>
          <a:xfrm>
            <a:off x="222139" y="176575"/>
            <a:ext cx="78903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第二階段 修繕補助計畫申請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80C2E9D-55B5-4B1B-E24B-FB22F01744B8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558938" y="1499096"/>
            <a:ext cx="11256198" cy="3616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defRPr sz="1100">
                <a:latin typeface="Microsoft JhengHei"/>
              </a:defRPr>
            </a:pPr>
            <a:r>
              <a:t>超額配套措施（三層階梯原則）：</a:t>
            </a:r>
          </a:p>
          <a:p>
            <a:pPr>
              <a:defRPr sz="1100">
                <a:latin typeface="Microsoft JhengHei"/>
              </a:defRPr>
            </a:pPr>
            <a:r>
              <a:t>【第一層：中央法定優先核定原則】符合下列6項之一優先排序：</a:t>
            </a:r>
          </a:p>
          <a:p>
            <a:pPr>
              <a:defRPr sz="1100">
                <a:latin typeface="Microsoft JhengHei"/>
              </a:defRPr>
            </a:pPr>
            <a:r>
              <a:t>  1. 戶籍內包含高齡弱勢身分者。</a:t>
            </a:r>
          </a:p>
          <a:p>
            <a:pPr>
              <a:defRPr sz="1100">
                <a:latin typeface="Microsoft JhengHei"/>
              </a:defRPr>
            </a:pPr>
            <a:r>
              <a:t>  2. 原建築物外牆磁磚剝落，並申請立面修繕。</a:t>
            </a:r>
          </a:p>
          <a:p>
            <a:pPr>
              <a:defRPr sz="1100">
                <a:latin typeface="Microsoft JhengHei"/>
              </a:defRPr>
            </a:pPr>
            <a:r>
              <a:t>  3. 申請加裝屋頂或立面太陽能光電板。</a:t>
            </a:r>
          </a:p>
          <a:p>
            <a:pPr>
              <a:defRPr sz="1100">
                <a:latin typeface="Microsoft JhengHei"/>
              </a:defRPr>
            </a:pPr>
            <a:r>
              <a:t>  4. 透天住宅屬連棟式(3棟以上)共同申請。</a:t>
            </a:r>
          </a:p>
          <a:p>
            <a:pPr>
              <a:defRPr sz="1100">
                <a:latin typeface="Microsoft JhengHei"/>
              </a:defRPr>
            </a:pPr>
            <a:r>
              <a:t>  5. 公寓共用補助超過4項，或透天室外補助超過2項。</a:t>
            </a:r>
          </a:p>
          <a:p>
            <a:pPr>
              <a:defRPr sz="1100">
                <a:latin typeface="Microsoft JhengHei"/>
              </a:defRPr>
            </a:pPr>
            <a:r>
              <a:t>  6. 提供作為包租代管社會住宅。</a:t>
            </a:r>
          </a:p>
          <a:p>
            <a:pPr>
              <a:defRPr sz="1100">
                <a:latin typeface="Microsoft JhengHei"/>
              </a:defRPr>
            </a:pPr>
            <a:r>
              <a:t>【第二層：連江縣在地特色篩選原則】排序後仍超額時啟動篩選：</a:t>
            </a:r>
          </a:p>
          <a:p>
            <a:pPr>
              <a:defRPr sz="1100">
                <a:latin typeface="Microsoft JhengHei"/>
              </a:defRPr>
            </a:pPr>
            <a:r>
              <a:t>  ★ 維護閩東傳統聚落風貌(花崗岩石砌、封火山牆特色建築優先)。</a:t>
            </a:r>
          </a:p>
          <a:p>
            <a:pPr>
              <a:defRPr sz="1100">
                <a:latin typeface="Microsoft JhengHei"/>
              </a:defRPr>
            </a:pPr>
            <a:r>
              <a:t>  ★ 老屋年限條件(屋齡越老越優先)。</a:t>
            </a:r>
          </a:p>
          <a:p>
            <a:pPr>
              <a:defRPr sz="1100">
                <a:latin typeface="Microsoft JhengHei"/>
              </a:defRPr>
            </a:pPr>
            <a:r>
              <a:t>【第三層：公開抽籤】經地方篩選後若仍超額，採公開抽籤辦理。</a:t>
            </a:r>
          </a:p>
        </p:txBody>
      </p:sp>
      <p:sp>
        <p:nvSpPr>
          <p:cNvPr id="4" name="圓角矩形 3"/>
          <p:cNvSpPr/>
          <p:nvPr/>
        </p:nvSpPr>
        <p:spPr>
          <a:xfrm>
            <a:off x="358441" y="1116623"/>
            <a:ext cx="11456695" cy="3998848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33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95B1-6620-7985-9456-B8D90FBA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AD5230A6-53AD-CF19-EF7E-B89E5BC21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555" y="1046829"/>
            <a:ext cx="6393445" cy="34873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834EAFD-8ECE-82D2-9C71-7C5F38E8BDAB}"/>
              </a:ext>
            </a:extLst>
          </p:cNvPr>
          <p:cNvSpPr txBox="1"/>
          <p:nvPr/>
        </p:nvSpPr>
        <p:spPr>
          <a:xfrm>
            <a:off x="222139" y="176575"/>
            <a:ext cx="78903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第二階段 修繕補助計畫申請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C544BB4-6FC7-4AAB-4DE5-E3E6E021999F}"/>
              </a:ext>
            </a:extLst>
          </p:cNvPr>
          <p:cNvSpPr/>
          <p:nvPr/>
        </p:nvSpPr>
        <p:spPr>
          <a:xfrm>
            <a:off x="260661" y="1046829"/>
            <a:ext cx="1854025" cy="148960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優先核定原則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1F5D2C1-03F3-7024-2BCF-531B85AEBCF2}"/>
              </a:ext>
            </a:extLst>
          </p:cNvPr>
          <p:cNvSpPr/>
          <p:nvPr/>
        </p:nvSpPr>
        <p:spPr>
          <a:xfrm>
            <a:off x="2827286" y="1046829"/>
            <a:ext cx="1854025" cy="148960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篩選原則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74F7032-97FF-72E8-E44A-8A6C7DF9412E}"/>
              </a:ext>
            </a:extLst>
          </p:cNvPr>
          <p:cNvSpPr/>
          <p:nvPr/>
        </p:nvSpPr>
        <p:spPr>
          <a:xfrm>
            <a:off x="5305391" y="1046829"/>
            <a:ext cx="1854025" cy="148960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公開抽籤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171FEF74-7003-4168-FBAB-C2A30A6C0CA5}"/>
              </a:ext>
            </a:extLst>
          </p:cNvPr>
          <p:cNvSpPr/>
          <p:nvPr/>
        </p:nvSpPr>
        <p:spPr>
          <a:xfrm>
            <a:off x="2114686" y="1603115"/>
            <a:ext cx="712600" cy="51710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424785C-3891-1710-913D-53A5A364A5D0}"/>
              </a:ext>
            </a:extLst>
          </p:cNvPr>
          <p:cNvSpPr/>
          <p:nvPr/>
        </p:nvSpPr>
        <p:spPr>
          <a:xfrm>
            <a:off x="4681311" y="1603115"/>
            <a:ext cx="624080" cy="51710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副標題 4">
            <a:extLst>
              <a:ext uri="{FF2B5EF4-FFF2-40B4-BE49-F238E27FC236}">
                <a16:creationId xmlns:a16="http://schemas.microsoft.com/office/drawing/2014/main" id="{812D34C4-AE8E-C634-C651-0463E9681671}"/>
              </a:ext>
            </a:extLst>
          </p:cNvPr>
          <p:cNvSpPr txBox="1">
            <a:spLocks/>
          </p:cNvSpPr>
          <p:nvPr/>
        </p:nvSpPr>
        <p:spPr>
          <a:xfrm>
            <a:off x="3043717" y="2681381"/>
            <a:ext cx="2863101" cy="1952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申請補助數量。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老屋年限。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是否為閩東建築。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6EE3914-5AEC-70E7-8C09-FDA8F0A640E6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26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3474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5DC3-9FA8-ABBD-1CD8-5B7751D7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90A8549-078A-A96E-812C-AB07DEFB099F}"/>
              </a:ext>
            </a:extLst>
          </p:cNvPr>
          <p:cNvSpPr txBox="1"/>
          <p:nvPr/>
        </p:nvSpPr>
        <p:spPr>
          <a:xfrm>
            <a:off x="222139" y="176575"/>
            <a:ext cx="81980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申請作業程序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第三階段 修繕補助計畫申請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副標題 4">
            <a:extLst>
              <a:ext uri="{FF2B5EF4-FFF2-40B4-BE49-F238E27FC236}">
                <a16:creationId xmlns:a16="http://schemas.microsoft.com/office/drawing/2014/main" id="{0AD9D933-CCBE-6565-4C84-C0BDCFF4D65A}"/>
              </a:ext>
            </a:extLst>
          </p:cNvPr>
          <p:cNvSpPr txBox="1">
            <a:spLocks/>
          </p:cNvSpPr>
          <p:nvPr/>
        </p:nvSpPr>
        <p:spPr>
          <a:xfrm>
            <a:off x="7234986" y="1397989"/>
            <a:ext cx="3826056" cy="888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施工期間：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(+6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副標題 4">
            <a:extLst>
              <a:ext uri="{FF2B5EF4-FFF2-40B4-BE49-F238E27FC236}">
                <a16:creationId xmlns:a16="http://schemas.microsoft.com/office/drawing/2014/main" id="{3E19DD63-3C99-F040-BF46-833DEDAF0484}"/>
              </a:ext>
            </a:extLst>
          </p:cNvPr>
          <p:cNvSpPr txBox="1">
            <a:spLocks/>
          </p:cNvSpPr>
          <p:nvPr/>
        </p:nvSpPr>
        <p:spPr>
          <a:xfrm>
            <a:off x="7176465" y="2340453"/>
            <a:ext cx="5015536" cy="730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□備查後撥付：剩餘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90%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修繕補助款</a:t>
            </a:r>
          </a:p>
          <a:p>
            <a:pPr marL="0" indent="0"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3CD56B5-DF70-C1A2-12D6-BB75F10A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09" y="1094886"/>
            <a:ext cx="7058077" cy="4000529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9F67ED17-80ED-EE6F-1572-85574950250B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27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2909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CA41-A3C5-A0FC-1C2D-DCBF2140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F5BE4B7-9A07-893F-098A-55640963A83E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88F23E72-A148-73BE-CD72-EAC7CEB834CC}"/>
              </a:ext>
            </a:extLst>
          </p:cNvPr>
          <p:cNvSpPr txBox="1">
            <a:spLocks/>
          </p:cNvSpPr>
          <p:nvPr/>
        </p:nvSpPr>
        <p:spPr>
          <a:xfrm>
            <a:off x="987190" y="1043491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原因及目標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民國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日公布公寓大廈管理條例，以前沒有規定。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民國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年，高雄城中城大火，民國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日修正公布，第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49-1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條，  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地方主管機關可以要求成立及處罰。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第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49-1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 公寓大廈未依第二十九條之一第一項規定於期限內成立管理委 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員會或推選管理負責人並辦理報備者，由直轄市、縣（市）主管機關按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每一專有部分處區分所有權人新臺幣四萬元以上二十萬元以下罰鍰，並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令其限期辦理；屆期仍未辦理者，得按次處罰。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本次成立管理組織，不是擾民，是避免處罰及爭取補助。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最小改變，最大程度維持社區現有的管理方式。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70327C0-489F-660A-D5C3-5C19592B4412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28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0084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4C44-3D80-9258-6537-29B60225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E8B0B88-D6CA-DE72-CCD5-76B5D26A67BF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1179A8EC-B670-51F5-3304-3A9B90489BBE}"/>
              </a:ext>
            </a:extLst>
          </p:cNvPr>
          <p:cNvSpPr txBox="1">
            <a:spLocks/>
          </p:cNvSpPr>
          <p:nvPr/>
        </p:nvSpPr>
        <p:spPr>
          <a:xfrm>
            <a:off x="987190" y="1043491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區分所有權人會議開會前置作業：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推舉召集人：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由區分所有權人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人以上互推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人擔任召集人。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並公告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日後通知開會；開會通知單在開會前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日併同委託書、提案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單、規約草約寄給區分所有權人。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D749068-4C60-B2A8-A638-4D2BBBF5B6B2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29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978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E63F-27FD-9A7A-4286-8F899C81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6E1AED0-E15C-60D1-7625-EC2D6329955F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B65265AF-75E9-789F-5FD2-3A91DCE2CF59}"/>
              </a:ext>
            </a:extLst>
          </p:cNvPr>
          <p:cNvSpPr txBox="1">
            <a:spLocks/>
          </p:cNvSpPr>
          <p:nvPr/>
        </p:nvSpPr>
        <p:spPr>
          <a:xfrm>
            <a:off x="987190" y="1025019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召開區分所有權人會議：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開會出席人數及比例：第一次會議需有區分所有權人及比例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2/3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以上出席，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如果人數或比例不足時，該次會議流會，可以就同一議案召開第二次會 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議，第二次會議門檻降低為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人並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以上所有權人及比例出席。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討論議案：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第一次會議，議案需有出席人數及比例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3/4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以上同意，可討論社區規約、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選任委員（主任委員）等社區大小事如會議主席、管委會名稱、任期年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數、決定會議召開時間及其他事項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如果是流會再開的第二次會議，決議門檻亦降低為出席人數及比例過半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數同意。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B1C6EAA-5DEF-30A6-D2EC-F331AC0EBA93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275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76E3-1F46-3B53-5977-9BBC328B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C4A5278-9F19-8909-A49C-2334080C1FDD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D2A78F40-9A4C-3106-44C7-27381AD78E96}"/>
              </a:ext>
            </a:extLst>
          </p:cNvPr>
          <p:cNvSpPr txBox="1">
            <a:spLocks/>
          </p:cNvSpPr>
          <p:nvPr/>
        </p:nvSpPr>
        <p:spPr>
          <a:xfrm>
            <a:off x="987190" y="1025019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開完區分所有權人會議後：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●製作會議紀錄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將開會經過及決議事項載明在會議紀錄內，並由主席簽名，於會後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15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日內送達各區分所有權人並公告；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如果是流會再開的第二次會議，所有權人可以在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日內以書面表示反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對意見，反對人數及比例未超過半數時，決議視為成立，主席需在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日內將會議成立公告並書面送給所有權人。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6283E40-2A92-92DB-336C-A269E078D514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31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1359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33F8F-709E-437C-C6F1-F40FAA3E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B172077-CAC4-9EDA-94A5-7DE21AEA73A5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CF0E439D-0AD1-D328-46CD-10901084E6B8}"/>
              </a:ext>
            </a:extLst>
          </p:cNvPr>
          <p:cNvSpPr txBox="1">
            <a:spLocks/>
          </p:cNvSpPr>
          <p:nvPr/>
        </p:nvSpPr>
        <p:spPr>
          <a:xfrm>
            <a:off x="987190" y="1025019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流程</a:t>
            </a:r>
          </a:p>
          <a:p>
            <a:r>
              <a:t>(四)向縣府都計建管科報備：</a:t>
            </a:r>
          </a:p>
          <a:p>
            <a:r>
              <a:t>●備妥申請報備書並附上推選召集人公告、區分所有權人名冊、區分所 </a:t>
            </a:r>
          </a:p>
          <a:p>
            <a:r>
              <a:t>    有權人會議紀錄及簽到簿委託書，資料備齊後親送或郵寄至縣府收，</a:t>
            </a:r>
          </a:p>
          <a:p>
            <a:r>
              <a:t>    便可完成管委會成立報備。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A32535F-DEFB-0135-A460-7FA303AFBF32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32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1074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FD8A-DA40-B00D-1E2F-5151654F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7FA47D3-F5F6-53DD-0617-C79E95A37C12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成立管理組織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4773861F-F87D-E70B-4BD2-7FAD75BC8001}"/>
              </a:ext>
            </a:extLst>
          </p:cNvPr>
          <p:cNvSpPr txBox="1">
            <a:spLocks/>
          </p:cNvSpPr>
          <p:nvPr/>
        </p:nvSpPr>
        <p:spPr>
          <a:xfrm>
            <a:off x="987190" y="1025019"/>
            <a:ext cx="10217619" cy="5480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依公寓大廈規約範本之相關申請表單。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依主管機關規定之相關申請文件。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04124C2-7FFE-A977-7A89-718A1D0ECDC4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9102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8E16-D68C-D180-FE71-553B3A8A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F4B28C6-723D-A2C1-E66A-778A84936F0C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其他注意事項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8A1898-BFC8-4450-C0D4-982B99C5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01" y="960135"/>
            <a:ext cx="11221197" cy="5796964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5D4A9739-010C-D149-7619-318EA4CFAD02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4783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3486541-D9F3-7D0E-75A0-EBED965CC831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其他注意事項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FE63340-177B-56E7-2A2D-F208267F0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82" y="1379989"/>
            <a:ext cx="11639635" cy="5334039"/>
          </a:xfrm>
          <a:prstGeom prst="rect">
            <a:avLst/>
          </a:prstGeom>
        </p:spPr>
      </p:pic>
      <p:sp>
        <p:nvSpPr>
          <p:cNvPr id="9" name="副標題 4">
            <a:extLst>
              <a:ext uri="{FF2B5EF4-FFF2-40B4-BE49-F238E27FC236}">
                <a16:creationId xmlns:a16="http://schemas.microsoft.com/office/drawing/2014/main" id="{76A6703D-B374-EB94-27BF-0751EF2D590B}"/>
              </a:ext>
            </a:extLst>
          </p:cNvPr>
          <p:cNvSpPr txBox="1">
            <a:spLocks/>
          </p:cNvSpPr>
          <p:nvPr/>
        </p:nvSpPr>
        <p:spPr>
          <a:xfrm>
            <a:off x="222138" y="840317"/>
            <a:ext cx="7761519" cy="730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4000" b="1" dirty="0">
                <a:solidFill>
                  <a:srgbClr val="00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跨部會資源整合擴大效益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808DE8A9-FED8-A02D-051D-6529586DAD37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24859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1BBB-57D4-EAB7-28AD-E8038303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55BF6F9-F83D-44D1-3C7F-C074F2D9CD3F}"/>
              </a:ext>
            </a:extLst>
          </p:cNvPr>
          <p:cNvSpPr txBox="1"/>
          <p:nvPr/>
        </p:nvSpPr>
        <p:spPr>
          <a:xfrm>
            <a:off x="222139" y="176575"/>
            <a:ext cx="390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其他注意事項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副標題 4">
            <a:extLst>
              <a:ext uri="{FF2B5EF4-FFF2-40B4-BE49-F238E27FC236}">
                <a16:creationId xmlns:a16="http://schemas.microsoft.com/office/drawing/2014/main" id="{F3C780F7-AF75-A031-863B-7BD0DFF0C05C}"/>
              </a:ext>
            </a:extLst>
          </p:cNvPr>
          <p:cNvSpPr txBox="1">
            <a:spLocks/>
          </p:cNvSpPr>
          <p:nvPr/>
        </p:nvSpPr>
        <p:spPr>
          <a:xfrm>
            <a:off x="222139" y="840317"/>
            <a:ext cx="2640880" cy="730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4000" b="1" dirty="0">
                <a:solidFill>
                  <a:srgbClr val="00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更多資訊</a:t>
            </a:r>
          </a:p>
        </p:txBody>
      </p:sp>
      <p:sp>
        <p:nvSpPr>
          <p:cNvPr id="3" name="副標題 4">
            <a:extLst>
              <a:ext uri="{FF2B5EF4-FFF2-40B4-BE49-F238E27FC236}">
                <a16:creationId xmlns:a16="http://schemas.microsoft.com/office/drawing/2014/main" id="{D8BDB719-BB0E-71DD-2D56-B631134CD485}"/>
              </a:ext>
            </a:extLst>
          </p:cNvPr>
          <p:cNvSpPr txBox="1">
            <a:spLocks/>
          </p:cNvSpPr>
          <p:nvPr/>
        </p:nvSpPr>
        <p:spPr>
          <a:xfrm>
            <a:off x="1542579" y="2234729"/>
            <a:ext cx="9501642" cy="2311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社團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法人福建金門馬祖地區建築師公會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團隊駐府人員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0836-25330#6338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E924B32-2CC0-F1F0-A35F-BD2CF13539D9}"/>
              </a:ext>
            </a:extLst>
          </p:cNvPr>
          <p:cNvSpPr/>
          <p:nvPr/>
        </p:nvSpPr>
        <p:spPr>
          <a:xfrm>
            <a:off x="11355818" y="6351641"/>
            <a:ext cx="540618" cy="35368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2090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F6A9915-EE4E-591C-9BFF-C8718FD3F62F}"/>
              </a:ext>
            </a:extLst>
          </p:cNvPr>
          <p:cNvSpPr txBox="1">
            <a:spLocks/>
          </p:cNvSpPr>
          <p:nvPr/>
        </p:nvSpPr>
        <p:spPr>
          <a:xfrm>
            <a:off x="1524000" y="2099967"/>
            <a:ext cx="9144000" cy="140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494883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1644</Words>
  <Application>Microsoft Office PowerPoint</Application>
  <PresentationFormat>寬螢幕</PresentationFormat>
  <Paragraphs>202</Paragraphs>
  <Slides>38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微軟正黑體</vt:lpstr>
      <vt:lpstr>新細明體</vt:lpstr>
      <vt:lpstr>Arial</vt:lpstr>
      <vt:lpstr>Wingdings</vt:lpstr>
      <vt:lpstr>Office 佈景主題</vt:lpstr>
      <vt:lpstr>自訂設計</vt:lpstr>
      <vt:lpstr>  「老宅延壽機能復新計畫」政策宣導說明會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「老宅延壽機能復新計畫」政策宣導說明會</dc:title>
  <dc:creator>彥輝 李</dc:creator>
  <cp:lastModifiedBy>Windows 使用者</cp:lastModifiedBy>
  <cp:revision>26</cp:revision>
  <cp:lastPrinted>2026-10-12T08:30:03Z</cp:lastPrinted>
  <dcterms:created xsi:type="dcterms:W3CDTF">2026-10-04T22:02:10Z</dcterms:created>
  <dcterms:modified xsi:type="dcterms:W3CDTF">2026-10-12T09:44:09Z</dcterms:modified>
</cp:coreProperties>
</file>